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notesMasterIdLst>
    <p:notesMasterId r:id="rId26"/>
  </p:notesMasterIdLst>
  <p:handoutMasterIdLst>
    <p:handoutMasterId r:id="rId27"/>
  </p:handout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9" r:id="rId12"/>
    <p:sldId id="271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3" r:id="rId22"/>
    <p:sldId id="284" r:id="rId23"/>
    <p:sldId id="285" r:id="rId24"/>
    <p:sldId id="286" r:id="rId25"/>
  </p:sldIdLst>
  <p:sldSz cx="12192000" cy="6858000"/>
  <p:notesSz cx="6858000" cy="9144000"/>
  <p:defaultTextStyle>
    <a:defPPr rtl="0"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FCE998-3B32-455A-AC60-32277DC2AC5A}" v="100" dt="2025-10-20T20:37:47.9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4" d="100"/>
          <a:sy n="124" d="100"/>
        </p:scale>
        <p:origin x="495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ta Margarida Felgueiras de Sousa Cruz" userId="ce6eaf51-bc2e-467b-aba5-fb0560636c37" providerId="ADAL" clId="{6E4E759F-803C-4F4E-82A0-485C4156F3D5}"/>
    <pc:docChg chg="undo custSel addSld delSld modSld sldOrd">
      <pc:chgData name="Rita Margarida Felgueiras de Sousa Cruz" userId="ce6eaf51-bc2e-467b-aba5-fb0560636c37" providerId="ADAL" clId="{6E4E759F-803C-4F4E-82A0-485C4156F3D5}" dt="2025-10-20T20:41:14.787" v="1592" actId="20577"/>
      <pc:docMkLst>
        <pc:docMk/>
      </pc:docMkLst>
      <pc:sldChg chg="del">
        <pc:chgData name="Rita Margarida Felgueiras de Sousa Cruz" userId="ce6eaf51-bc2e-467b-aba5-fb0560636c37" providerId="ADAL" clId="{6E4E759F-803C-4F4E-82A0-485C4156F3D5}" dt="2025-10-17T18:21:03.298" v="73" actId="47"/>
        <pc:sldMkLst>
          <pc:docMk/>
          <pc:sldMk cId="191714609" sldId="258"/>
        </pc:sldMkLst>
      </pc:sldChg>
      <pc:sldChg chg="modSp mod">
        <pc:chgData name="Rita Margarida Felgueiras de Sousa Cruz" userId="ce6eaf51-bc2e-467b-aba5-fb0560636c37" providerId="ADAL" clId="{6E4E759F-803C-4F4E-82A0-485C4156F3D5}" dt="2025-10-20T20:39:57.006" v="1563" actId="20577"/>
        <pc:sldMkLst>
          <pc:docMk/>
          <pc:sldMk cId="2280050091" sldId="259"/>
        </pc:sldMkLst>
        <pc:spChg chg="mod">
          <ac:chgData name="Rita Margarida Felgueiras de Sousa Cruz" userId="ce6eaf51-bc2e-467b-aba5-fb0560636c37" providerId="ADAL" clId="{6E4E759F-803C-4F4E-82A0-485C4156F3D5}" dt="2025-10-17T18:13:06.193" v="9" actId="20577"/>
          <ac:spMkLst>
            <pc:docMk/>
            <pc:sldMk cId="2280050091" sldId="259"/>
            <ac:spMk id="2" creationId="{8E0DB714-C827-2D04-D3CA-9DB7840F36D9}"/>
          </ac:spMkLst>
        </pc:spChg>
        <pc:spChg chg="mod">
          <ac:chgData name="Rita Margarida Felgueiras de Sousa Cruz" userId="ce6eaf51-bc2e-467b-aba5-fb0560636c37" providerId="ADAL" clId="{6E4E759F-803C-4F4E-82A0-485C4156F3D5}" dt="2025-10-20T20:39:57.006" v="1563" actId="20577"/>
          <ac:spMkLst>
            <pc:docMk/>
            <pc:sldMk cId="2280050091" sldId="259"/>
            <ac:spMk id="3" creationId="{7DAA3C25-A1DD-FBF3-06F5-D2DDD16174BE}"/>
          </ac:spMkLst>
        </pc:spChg>
      </pc:sldChg>
      <pc:sldChg chg="delSp modSp mod ord">
        <pc:chgData name="Rita Margarida Felgueiras de Sousa Cruz" userId="ce6eaf51-bc2e-467b-aba5-fb0560636c37" providerId="ADAL" clId="{6E4E759F-803C-4F4E-82A0-485C4156F3D5}" dt="2025-10-20T19:51:38.585" v="1136" actId="1076"/>
        <pc:sldMkLst>
          <pc:docMk/>
          <pc:sldMk cId="2852815242" sldId="260"/>
        </pc:sldMkLst>
        <pc:spChg chg="mod">
          <ac:chgData name="Rita Margarida Felgueiras de Sousa Cruz" userId="ce6eaf51-bc2e-467b-aba5-fb0560636c37" providerId="ADAL" clId="{6E4E759F-803C-4F4E-82A0-485C4156F3D5}" dt="2025-10-20T19:51:17.150" v="1126" actId="1076"/>
          <ac:spMkLst>
            <pc:docMk/>
            <pc:sldMk cId="2852815242" sldId="260"/>
            <ac:spMk id="2" creationId="{10F758AF-E166-588E-383E-C80F46ECB825}"/>
          </ac:spMkLst>
        </pc:spChg>
        <pc:spChg chg="mod">
          <ac:chgData name="Rita Margarida Felgueiras de Sousa Cruz" userId="ce6eaf51-bc2e-467b-aba5-fb0560636c37" providerId="ADAL" clId="{6E4E759F-803C-4F4E-82A0-485C4156F3D5}" dt="2025-10-20T19:51:38.585" v="1136" actId="1076"/>
          <ac:spMkLst>
            <pc:docMk/>
            <pc:sldMk cId="2852815242" sldId="260"/>
            <ac:spMk id="3" creationId="{4F8DE7C9-159D-6079-52F3-E31740739E28}"/>
          </ac:spMkLst>
        </pc:spChg>
      </pc:sldChg>
      <pc:sldChg chg="modSp new mod">
        <pc:chgData name="Rita Margarida Felgueiras de Sousa Cruz" userId="ce6eaf51-bc2e-467b-aba5-fb0560636c37" providerId="ADAL" clId="{6E4E759F-803C-4F4E-82A0-485C4156F3D5}" dt="2025-10-17T18:22:01.831" v="126"/>
        <pc:sldMkLst>
          <pc:docMk/>
          <pc:sldMk cId="2295543663" sldId="261"/>
        </pc:sldMkLst>
        <pc:spChg chg="mod">
          <ac:chgData name="Rita Margarida Felgueiras de Sousa Cruz" userId="ce6eaf51-bc2e-467b-aba5-fb0560636c37" providerId="ADAL" clId="{6E4E759F-803C-4F4E-82A0-485C4156F3D5}" dt="2025-10-17T18:21:10.153" v="90" actId="20577"/>
          <ac:spMkLst>
            <pc:docMk/>
            <pc:sldMk cId="2295543663" sldId="261"/>
            <ac:spMk id="2" creationId="{39BF4F8C-B8BE-1CF9-1FC4-532671C5FFD3}"/>
          </ac:spMkLst>
        </pc:spChg>
        <pc:spChg chg="mod">
          <ac:chgData name="Rita Margarida Felgueiras de Sousa Cruz" userId="ce6eaf51-bc2e-467b-aba5-fb0560636c37" providerId="ADAL" clId="{6E4E759F-803C-4F4E-82A0-485C4156F3D5}" dt="2025-10-17T18:21:22.035" v="123" actId="20577"/>
          <ac:spMkLst>
            <pc:docMk/>
            <pc:sldMk cId="2295543663" sldId="261"/>
            <ac:spMk id="3" creationId="{5A1E546A-0301-C93D-76A4-0BF97EC30EBC}"/>
          </ac:spMkLst>
        </pc:spChg>
        <pc:spChg chg="mod">
          <ac:chgData name="Rita Margarida Felgueiras de Sousa Cruz" userId="ce6eaf51-bc2e-467b-aba5-fb0560636c37" providerId="ADAL" clId="{6E4E759F-803C-4F4E-82A0-485C4156F3D5}" dt="2025-10-17T18:21:30.308" v="124"/>
          <ac:spMkLst>
            <pc:docMk/>
            <pc:sldMk cId="2295543663" sldId="261"/>
            <ac:spMk id="4" creationId="{7218873B-DA74-0E34-A2A8-00DCCD52676F}"/>
          </ac:spMkLst>
        </pc:spChg>
        <pc:spChg chg="mod">
          <ac:chgData name="Rita Margarida Felgueiras de Sousa Cruz" userId="ce6eaf51-bc2e-467b-aba5-fb0560636c37" providerId="ADAL" clId="{6E4E759F-803C-4F4E-82A0-485C4156F3D5}" dt="2025-10-17T18:21:54.644" v="125"/>
          <ac:spMkLst>
            <pc:docMk/>
            <pc:sldMk cId="2295543663" sldId="261"/>
            <ac:spMk id="5" creationId="{07AD45C4-888C-1E45-7F84-8A90B97F055B}"/>
          </ac:spMkLst>
        </pc:spChg>
        <pc:spChg chg="mod">
          <ac:chgData name="Rita Margarida Felgueiras de Sousa Cruz" userId="ce6eaf51-bc2e-467b-aba5-fb0560636c37" providerId="ADAL" clId="{6E4E759F-803C-4F4E-82A0-485C4156F3D5}" dt="2025-10-17T18:22:01.831" v="126"/>
          <ac:spMkLst>
            <pc:docMk/>
            <pc:sldMk cId="2295543663" sldId="261"/>
            <ac:spMk id="6" creationId="{1E6D9A23-F734-6EB4-49AE-08FDC58498FB}"/>
          </ac:spMkLst>
        </pc:spChg>
      </pc:sldChg>
      <pc:sldChg chg="delSp modSp new del mod">
        <pc:chgData name="Rita Margarida Felgueiras de Sousa Cruz" userId="ce6eaf51-bc2e-467b-aba5-fb0560636c37" providerId="ADAL" clId="{6E4E759F-803C-4F4E-82A0-485C4156F3D5}" dt="2025-10-17T18:23:29.224" v="148" actId="47"/>
        <pc:sldMkLst>
          <pc:docMk/>
          <pc:sldMk cId="1894118084" sldId="262"/>
        </pc:sldMkLst>
      </pc:sldChg>
      <pc:sldChg chg="modSp add mod">
        <pc:chgData name="Rita Margarida Felgueiras de Sousa Cruz" userId="ce6eaf51-bc2e-467b-aba5-fb0560636c37" providerId="ADAL" clId="{6E4E759F-803C-4F4E-82A0-485C4156F3D5}" dt="2025-10-17T18:24:18.925" v="160" actId="27636"/>
        <pc:sldMkLst>
          <pc:docMk/>
          <pc:sldMk cId="3183293229" sldId="262"/>
        </pc:sldMkLst>
        <pc:spChg chg="mod">
          <ac:chgData name="Rita Margarida Felgueiras de Sousa Cruz" userId="ce6eaf51-bc2e-467b-aba5-fb0560636c37" providerId="ADAL" clId="{6E4E759F-803C-4F4E-82A0-485C4156F3D5}" dt="2025-10-17T18:24:04.387" v="153" actId="27636"/>
          <ac:spMkLst>
            <pc:docMk/>
            <pc:sldMk cId="3183293229" sldId="262"/>
            <ac:spMk id="3" creationId="{95A9056A-0991-6EC4-70CE-7A6B4BE6A5F8}"/>
          </ac:spMkLst>
        </pc:spChg>
        <pc:spChg chg="mod">
          <ac:chgData name="Rita Margarida Felgueiras de Sousa Cruz" userId="ce6eaf51-bc2e-467b-aba5-fb0560636c37" providerId="ADAL" clId="{6E4E759F-803C-4F4E-82A0-485C4156F3D5}" dt="2025-10-17T18:24:18.924" v="159" actId="27636"/>
          <ac:spMkLst>
            <pc:docMk/>
            <pc:sldMk cId="3183293229" sldId="262"/>
            <ac:spMk id="4" creationId="{C8A15849-6668-52E7-096F-4D94B0377290}"/>
          </ac:spMkLst>
        </pc:spChg>
        <pc:spChg chg="mod">
          <ac:chgData name="Rita Margarida Felgueiras de Sousa Cruz" userId="ce6eaf51-bc2e-467b-aba5-fb0560636c37" providerId="ADAL" clId="{6E4E759F-803C-4F4E-82A0-485C4156F3D5}" dt="2025-10-17T18:24:04.389" v="154" actId="27636"/>
          <ac:spMkLst>
            <pc:docMk/>
            <pc:sldMk cId="3183293229" sldId="262"/>
            <ac:spMk id="5" creationId="{1CA9C900-249C-C171-3700-F7E5B0DB5B18}"/>
          </ac:spMkLst>
        </pc:spChg>
        <pc:spChg chg="mod">
          <ac:chgData name="Rita Margarida Felgueiras de Sousa Cruz" userId="ce6eaf51-bc2e-467b-aba5-fb0560636c37" providerId="ADAL" clId="{6E4E759F-803C-4F4E-82A0-485C4156F3D5}" dt="2025-10-17T18:24:18.925" v="160" actId="27636"/>
          <ac:spMkLst>
            <pc:docMk/>
            <pc:sldMk cId="3183293229" sldId="262"/>
            <ac:spMk id="6" creationId="{8B690440-BEE7-A4CB-0442-92841011EB9D}"/>
          </ac:spMkLst>
        </pc:spChg>
      </pc:sldChg>
      <pc:sldChg chg="modSp add mod">
        <pc:chgData name="Rita Margarida Felgueiras de Sousa Cruz" userId="ce6eaf51-bc2e-467b-aba5-fb0560636c37" providerId="ADAL" clId="{6E4E759F-803C-4F4E-82A0-485C4156F3D5}" dt="2025-10-18T17:33:07.665" v="171"/>
        <pc:sldMkLst>
          <pc:docMk/>
          <pc:sldMk cId="2607151213" sldId="263"/>
        </pc:sldMkLst>
        <pc:spChg chg="mod">
          <ac:chgData name="Rita Margarida Felgueiras de Sousa Cruz" userId="ce6eaf51-bc2e-467b-aba5-fb0560636c37" providerId="ADAL" clId="{6E4E759F-803C-4F4E-82A0-485C4156F3D5}" dt="2025-10-18T17:32:36.087" v="164" actId="27636"/>
          <ac:spMkLst>
            <pc:docMk/>
            <pc:sldMk cId="2607151213" sldId="263"/>
            <ac:spMk id="3" creationId="{E5235929-35E6-2857-AC4A-C0CE60D4CA62}"/>
          </ac:spMkLst>
        </pc:spChg>
        <pc:spChg chg="mod">
          <ac:chgData name="Rita Margarida Felgueiras de Sousa Cruz" userId="ce6eaf51-bc2e-467b-aba5-fb0560636c37" providerId="ADAL" clId="{6E4E759F-803C-4F4E-82A0-485C4156F3D5}" dt="2025-10-18T17:32:59.543" v="170" actId="27636"/>
          <ac:spMkLst>
            <pc:docMk/>
            <pc:sldMk cId="2607151213" sldId="263"/>
            <ac:spMk id="4" creationId="{44B76B22-3A08-491B-157D-80BDBBECC514}"/>
          </ac:spMkLst>
        </pc:spChg>
        <pc:spChg chg="mod">
          <ac:chgData name="Rita Margarida Felgueiras de Sousa Cruz" userId="ce6eaf51-bc2e-467b-aba5-fb0560636c37" providerId="ADAL" clId="{6E4E759F-803C-4F4E-82A0-485C4156F3D5}" dt="2025-10-18T17:32:36.503" v="166"/>
          <ac:spMkLst>
            <pc:docMk/>
            <pc:sldMk cId="2607151213" sldId="263"/>
            <ac:spMk id="5" creationId="{534945F4-5AA0-5604-910B-305A1A2212FE}"/>
          </ac:spMkLst>
        </pc:spChg>
        <pc:spChg chg="mod">
          <ac:chgData name="Rita Margarida Felgueiras de Sousa Cruz" userId="ce6eaf51-bc2e-467b-aba5-fb0560636c37" providerId="ADAL" clId="{6E4E759F-803C-4F4E-82A0-485C4156F3D5}" dt="2025-10-18T17:33:07.665" v="171"/>
          <ac:spMkLst>
            <pc:docMk/>
            <pc:sldMk cId="2607151213" sldId="263"/>
            <ac:spMk id="6" creationId="{FD002E25-DE03-AFB0-3BD5-8ACF8067E2C8}"/>
          </ac:spMkLst>
        </pc:spChg>
      </pc:sldChg>
      <pc:sldChg chg="addSp delSp modSp new mod modAnim">
        <pc:chgData name="Rita Margarida Felgueiras de Sousa Cruz" userId="ce6eaf51-bc2e-467b-aba5-fb0560636c37" providerId="ADAL" clId="{6E4E759F-803C-4F4E-82A0-485C4156F3D5}" dt="2025-10-18T17:40:16.649" v="320" actId="1076"/>
        <pc:sldMkLst>
          <pc:docMk/>
          <pc:sldMk cId="3901211136" sldId="264"/>
        </pc:sldMkLst>
        <pc:spChg chg="mod">
          <ac:chgData name="Rita Margarida Felgueiras de Sousa Cruz" userId="ce6eaf51-bc2e-467b-aba5-fb0560636c37" providerId="ADAL" clId="{6E4E759F-803C-4F4E-82A0-485C4156F3D5}" dt="2025-10-18T17:39:09.219" v="315" actId="1076"/>
          <ac:spMkLst>
            <pc:docMk/>
            <pc:sldMk cId="3901211136" sldId="264"/>
            <ac:spMk id="4" creationId="{B3FA60A7-CE4A-36F2-6354-F31E89A3A45A}"/>
          </ac:spMkLst>
        </pc:spChg>
        <pc:spChg chg="add mod">
          <ac:chgData name="Rita Margarida Felgueiras de Sousa Cruz" userId="ce6eaf51-bc2e-467b-aba5-fb0560636c37" providerId="ADAL" clId="{6E4E759F-803C-4F4E-82A0-485C4156F3D5}" dt="2025-10-18T17:34:16.519" v="183" actId="403"/>
          <ac:spMkLst>
            <pc:docMk/>
            <pc:sldMk cId="3901211136" sldId="264"/>
            <ac:spMk id="6" creationId="{31A4FDF3-9FD5-5397-BA9C-2E20301367FF}"/>
          </ac:spMkLst>
        </pc:spChg>
        <pc:spChg chg="add mod">
          <ac:chgData name="Rita Margarida Felgueiras de Sousa Cruz" userId="ce6eaf51-bc2e-467b-aba5-fb0560636c37" providerId="ADAL" clId="{6E4E759F-803C-4F4E-82A0-485C4156F3D5}" dt="2025-10-18T17:35:29.142" v="198" actId="1076"/>
          <ac:spMkLst>
            <pc:docMk/>
            <pc:sldMk cId="3901211136" sldId="264"/>
            <ac:spMk id="7" creationId="{3710C751-A584-30CB-2E4D-AACA1CA4360A}"/>
          </ac:spMkLst>
        </pc:spChg>
        <pc:spChg chg="add mod">
          <ac:chgData name="Rita Margarida Felgueiras de Sousa Cruz" userId="ce6eaf51-bc2e-467b-aba5-fb0560636c37" providerId="ADAL" clId="{6E4E759F-803C-4F4E-82A0-485C4156F3D5}" dt="2025-10-18T17:39:03.011" v="313" actId="1076"/>
          <ac:spMkLst>
            <pc:docMk/>
            <pc:sldMk cId="3901211136" sldId="264"/>
            <ac:spMk id="13" creationId="{E85EEF7F-945C-B8B8-FFCA-DDB764C42DF8}"/>
          </ac:spMkLst>
        </pc:spChg>
        <pc:spChg chg="add mod">
          <ac:chgData name="Rita Margarida Felgueiras de Sousa Cruz" userId="ce6eaf51-bc2e-467b-aba5-fb0560636c37" providerId="ADAL" clId="{6E4E759F-803C-4F4E-82A0-485C4156F3D5}" dt="2025-10-18T17:38:42.107" v="310" actId="1076"/>
          <ac:spMkLst>
            <pc:docMk/>
            <pc:sldMk cId="3901211136" sldId="264"/>
            <ac:spMk id="14" creationId="{64C07FFC-D8D2-0744-5E28-9795D27C0257}"/>
          </ac:spMkLst>
        </pc:spChg>
        <pc:spChg chg="add mod">
          <ac:chgData name="Rita Margarida Felgueiras de Sousa Cruz" userId="ce6eaf51-bc2e-467b-aba5-fb0560636c37" providerId="ADAL" clId="{6E4E759F-803C-4F4E-82A0-485C4156F3D5}" dt="2025-10-18T17:38:38.278" v="309" actId="1076"/>
          <ac:spMkLst>
            <pc:docMk/>
            <pc:sldMk cId="3901211136" sldId="264"/>
            <ac:spMk id="15" creationId="{1C568F24-C492-D1D2-9A14-ECCF9413AA07}"/>
          </ac:spMkLst>
        </pc:spChg>
        <pc:picChg chg="add mod">
          <ac:chgData name="Rita Margarida Felgueiras de Sousa Cruz" userId="ce6eaf51-bc2e-467b-aba5-fb0560636c37" providerId="ADAL" clId="{6E4E759F-803C-4F4E-82A0-485C4156F3D5}" dt="2025-10-18T17:40:16.649" v="320" actId="1076"/>
          <ac:picMkLst>
            <pc:docMk/>
            <pc:sldMk cId="3901211136" sldId="264"/>
            <ac:picMk id="16" creationId="{63602A1B-85C6-2818-3FF4-BDC3B7693B52}"/>
          </ac:picMkLst>
        </pc:picChg>
      </pc:sldChg>
      <pc:sldChg chg="addSp delSp modSp new mod">
        <pc:chgData name="Rita Margarida Felgueiras de Sousa Cruz" userId="ce6eaf51-bc2e-467b-aba5-fb0560636c37" providerId="ADAL" clId="{6E4E759F-803C-4F4E-82A0-485C4156F3D5}" dt="2025-10-18T17:46:00.012" v="339" actId="732"/>
        <pc:sldMkLst>
          <pc:docMk/>
          <pc:sldMk cId="3139094519" sldId="265"/>
        </pc:sldMkLst>
        <pc:spChg chg="mod">
          <ac:chgData name="Rita Margarida Felgueiras de Sousa Cruz" userId="ce6eaf51-bc2e-467b-aba5-fb0560636c37" providerId="ADAL" clId="{6E4E759F-803C-4F4E-82A0-485C4156F3D5}" dt="2025-10-18T17:43:01.892" v="323" actId="20577"/>
          <ac:spMkLst>
            <pc:docMk/>
            <pc:sldMk cId="3139094519" sldId="265"/>
            <ac:spMk id="2" creationId="{91DFBC2A-B1F6-F883-6987-3016C21E5278}"/>
          </ac:spMkLst>
        </pc:spChg>
        <pc:spChg chg="add mod">
          <ac:chgData name="Rita Margarida Felgueiras de Sousa Cruz" userId="ce6eaf51-bc2e-467b-aba5-fb0560636c37" providerId="ADAL" clId="{6E4E759F-803C-4F4E-82A0-485C4156F3D5}" dt="2025-10-18T17:45:34.019" v="336" actId="403"/>
          <ac:spMkLst>
            <pc:docMk/>
            <pc:sldMk cId="3139094519" sldId="265"/>
            <ac:spMk id="7" creationId="{FBBB858B-A013-3E46-667B-4312C5B91BEC}"/>
          </ac:spMkLst>
        </pc:spChg>
        <pc:picChg chg="add mod">
          <ac:chgData name="Rita Margarida Felgueiras de Sousa Cruz" userId="ce6eaf51-bc2e-467b-aba5-fb0560636c37" providerId="ADAL" clId="{6E4E759F-803C-4F4E-82A0-485C4156F3D5}" dt="2025-10-18T17:45:17.121" v="329" actId="14100"/>
          <ac:picMkLst>
            <pc:docMk/>
            <pc:sldMk cId="3139094519" sldId="265"/>
            <ac:picMk id="6" creationId="{0FEE3D09-B3E9-7B79-C51A-9E85A26C7796}"/>
          </ac:picMkLst>
        </pc:picChg>
        <pc:picChg chg="add mod modCrop">
          <ac:chgData name="Rita Margarida Felgueiras de Sousa Cruz" userId="ce6eaf51-bc2e-467b-aba5-fb0560636c37" providerId="ADAL" clId="{6E4E759F-803C-4F4E-82A0-485C4156F3D5}" dt="2025-10-18T17:46:00.012" v="339" actId="732"/>
          <ac:picMkLst>
            <pc:docMk/>
            <pc:sldMk cId="3139094519" sldId="265"/>
            <ac:picMk id="9" creationId="{C01FBC3D-3C99-0919-F5E2-7BDDB401DF10}"/>
          </ac:picMkLst>
        </pc:picChg>
      </pc:sldChg>
      <pc:sldChg chg="addSp delSp modSp new mod">
        <pc:chgData name="Rita Margarida Felgueiras de Sousa Cruz" userId="ce6eaf51-bc2e-467b-aba5-fb0560636c37" providerId="ADAL" clId="{6E4E759F-803C-4F4E-82A0-485C4156F3D5}" dt="2025-10-18T17:53:02.183" v="381" actId="20577"/>
        <pc:sldMkLst>
          <pc:docMk/>
          <pc:sldMk cId="2183257312" sldId="266"/>
        </pc:sldMkLst>
        <pc:spChg chg="mod">
          <ac:chgData name="Rita Margarida Felgueiras de Sousa Cruz" userId="ce6eaf51-bc2e-467b-aba5-fb0560636c37" providerId="ADAL" clId="{6E4E759F-803C-4F4E-82A0-485C4156F3D5}" dt="2025-10-18T17:46:16.565" v="341"/>
          <ac:spMkLst>
            <pc:docMk/>
            <pc:sldMk cId="2183257312" sldId="266"/>
            <ac:spMk id="2" creationId="{BF368CF3-03CF-DA5F-14D1-1A5D68CF4F21}"/>
          </ac:spMkLst>
        </pc:spChg>
        <pc:spChg chg="add mod">
          <ac:chgData name="Rita Margarida Felgueiras de Sousa Cruz" userId="ce6eaf51-bc2e-467b-aba5-fb0560636c37" providerId="ADAL" clId="{6E4E759F-803C-4F4E-82A0-485C4156F3D5}" dt="2025-10-18T17:47:58.558" v="349" actId="1076"/>
          <ac:spMkLst>
            <pc:docMk/>
            <pc:sldMk cId="2183257312" sldId="266"/>
            <ac:spMk id="7" creationId="{71FDACB2-6EDA-2C8D-2179-7D2AD60B2E99}"/>
          </ac:spMkLst>
        </pc:spChg>
        <pc:spChg chg="add mod">
          <ac:chgData name="Rita Margarida Felgueiras de Sousa Cruz" userId="ce6eaf51-bc2e-467b-aba5-fb0560636c37" providerId="ADAL" clId="{6E4E759F-803C-4F4E-82A0-485C4156F3D5}" dt="2025-10-18T17:49:10.703" v="356" actId="20577"/>
          <ac:spMkLst>
            <pc:docMk/>
            <pc:sldMk cId="2183257312" sldId="266"/>
            <ac:spMk id="10" creationId="{FD4544C7-086E-0968-BA4B-66C801BBCF61}"/>
          </ac:spMkLst>
        </pc:spChg>
        <pc:spChg chg="add mod">
          <ac:chgData name="Rita Margarida Felgueiras de Sousa Cruz" userId="ce6eaf51-bc2e-467b-aba5-fb0560636c37" providerId="ADAL" clId="{6E4E759F-803C-4F4E-82A0-485C4156F3D5}" dt="2025-10-18T17:52:27.499" v="372" actId="20577"/>
          <ac:spMkLst>
            <pc:docMk/>
            <pc:sldMk cId="2183257312" sldId="266"/>
            <ac:spMk id="17" creationId="{F5DC4465-20C4-4D70-3E19-84CDBED56241}"/>
          </ac:spMkLst>
        </pc:spChg>
        <pc:spChg chg="add mod">
          <ac:chgData name="Rita Margarida Felgueiras de Sousa Cruz" userId="ce6eaf51-bc2e-467b-aba5-fb0560636c37" providerId="ADAL" clId="{6E4E759F-803C-4F4E-82A0-485C4156F3D5}" dt="2025-10-18T17:52:39.625" v="377" actId="1076"/>
          <ac:spMkLst>
            <pc:docMk/>
            <pc:sldMk cId="2183257312" sldId="266"/>
            <ac:spMk id="18" creationId="{5378D354-266E-3E66-34BF-7A50A483F7A9}"/>
          </ac:spMkLst>
        </pc:spChg>
        <pc:spChg chg="add mod">
          <ac:chgData name="Rita Margarida Felgueiras de Sousa Cruz" userId="ce6eaf51-bc2e-467b-aba5-fb0560636c37" providerId="ADAL" clId="{6E4E759F-803C-4F4E-82A0-485C4156F3D5}" dt="2025-10-18T17:53:02.183" v="381" actId="20577"/>
          <ac:spMkLst>
            <pc:docMk/>
            <pc:sldMk cId="2183257312" sldId="266"/>
            <ac:spMk id="19" creationId="{0D15C8ED-1672-1F79-1DC7-26417960B7E8}"/>
          </ac:spMkLst>
        </pc:spChg>
        <pc:picChg chg="add mod">
          <ac:chgData name="Rita Margarida Felgueiras de Sousa Cruz" userId="ce6eaf51-bc2e-467b-aba5-fb0560636c37" providerId="ADAL" clId="{6E4E759F-803C-4F4E-82A0-485C4156F3D5}" dt="2025-10-18T17:47:44.580" v="345" actId="1076"/>
          <ac:picMkLst>
            <pc:docMk/>
            <pc:sldMk cId="2183257312" sldId="266"/>
            <ac:picMk id="6" creationId="{F9CB633E-BE2F-D0C8-400C-F9DFB97802EA}"/>
          </ac:picMkLst>
        </pc:picChg>
        <pc:picChg chg="add mod">
          <ac:chgData name="Rita Margarida Felgueiras de Sousa Cruz" userId="ce6eaf51-bc2e-467b-aba5-fb0560636c37" providerId="ADAL" clId="{6E4E759F-803C-4F4E-82A0-485C4156F3D5}" dt="2025-10-18T17:48:50.439" v="352" actId="1076"/>
          <ac:picMkLst>
            <pc:docMk/>
            <pc:sldMk cId="2183257312" sldId="266"/>
            <ac:picMk id="9" creationId="{6A3AF70A-5F15-4132-ED5E-EA3F67D91D98}"/>
          </ac:picMkLst>
        </pc:picChg>
        <pc:picChg chg="add mod">
          <ac:chgData name="Rita Margarida Felgueiras de Sousa Cruz" userId="ce6eaf51-bc2e-467b-aba5-fb0560636c37" providerId="ADAL" clId="{6E4E759F-803C-4F4E-82A0-485C4156F3D5}" dt="2025-10-18T17:50:21.484" v="360" actId="1076"/>
          <ac:picMkLst>
            <pc:docMk/>
            <pc:sldMk cId="2183257312" sldId="266"/>
            <ac:picMk id="12" creationId="{C7DC3204-4087-43ED-B1CF-EA2E5CC62EAE}"/>
          </ac:picMkLst>
        </pc:picChg>
        <pc:picChg chg="add mod">
          <ac:chgData name="Rita Margarida Felgueiras de Sousa Cruz" userId="ce6eaf51-bc2e-467b-aba5-fb0560636c37" providerId="ADAL" clId="{6E4E759F-803C-4F4E-82A0-485C4156F3D5}" dt="2025-10-18T17:51:37.652" v="364" actId="1076"/>
          <ac:picMkLst>
            <pc:docMk/>
            <pc:sldMk cId="2183257312" sldId="266"/>
            <ac:picMk id="14" creationId="{202B034D-B5AD-5497-60F2-D38C61964A35}"/>
          </ac:picMkLst>
        </pc:picChg>
        <pc:picChg chg="add mod">
          <ac:chgData name="Rita Margarida Felgueiras de Sousa Cruz" userId="ce6eaf51-bc2e-467b-aba5-fb0560636c37" providerId="ADAL" clId="{6E4E759F-803C-4F4E-82A0-485C4156F3D5}" dt="2025-10-18T17:52:13.807" v="368" actId="1076"/>
          <ac:picMkLst>
            <pc:docMk/>
            <pc:sldMk cId="2183257312" sldId="266"/>
            <ac:picMk id="16" creationId="{83F37225-CE77-DFE4-338E-85F9A8F72B01}"/>
          </ac:picMkLst>
        </pc:picChg>
      </pc:sldChg>
      <pc:sldChg chg="modSp new mod">
        <pc:chgData name="Rita Margarida Felgueiras de Sousa Cruz" userId="ce6eaf51-bc2e-467b-aba5-fb0560636c37" providerId="ADAL" clId="{6E4E759F-803C-4F4E-82A0-485C4156F3D5}" dt="2025-10-18T17:55:29.980" v="394" actId="20577"/>
        <pc:sldMkLst>
          <pc:docMk/>
          <pc:sldMk cId="1779797809" sldId="267"/>
        </pc:sldMkLst>
        <pc:spChg chg="mod">
          <ac:chgData name="Rita Margarida Felgueiras de Sousa Cruz" userId="ce6eaf51-bc2e-467b-aba5-fb0560636c37" providerId="ADAL" clId="{6E4E759F-803C-4F4E-82A0-485C4156F3D5}" dt="2025-10-18T17:55:08.089" v="384"/>
          <ac:spMkLst>
            <pc:docMk/>
            <pc:sldMk cId="1779797809" sldId="267"/>
            <ac:spMk id="2" creationId="{6106B876-B3A4-88A7-5E98-2AF249B848A1}"/>
          </ac:spMkLst>
        </pc:spChg>
        <pc:spChg chg="mod">
          <ac:chgData name="Rita Margarida Felgueiras de Sousa Cruz" userId="ce6eaf51-bc2e-467b-aba5-fb0560636c37" providerId="ADAL" clId="{6E4E759F-803C-4F4E-82A0-485C4156F3D5}" dt="2025-10-18T17:55:29.980" v="394" actId="20577"/>
          <ac:spMkLst>
            <pc:docMk/>
            <pc:sldMk cId="1779797809" sldId="267"/>
            <ac:spMk id="3" creationId="{C1EC890D-126E-EB36-82AB-B466832B4252}"/>
          </ac:spMkLst>
        </pc:spChg>
      </pc:sldChg>
      <pc:sldChg chg="new del">
        <pc:chgData name="Rita Margarida Felgueiras de Sousa Cruz" userId="ce6eaf51-bc2e-467b-aba5-fb0560636c37" providerId="ADAL" clId="{6E4E759F-803C-4F4E-82A0-485C4156F3D5}" dt="2025-10-18T17:50:00.542" v="358" actId="47"/>
        <pc:sldMkLst>
          <pc:docMk/>
          <pc:sldMk cId="3601506522" sldId="267"/>
        </pc:sldMkLst>
      </pc:sldChg>
      <pc:sldChg chg="addSp modSp new del mod modAnim">
        <pc:chgData name="Rita Margarida Felgueiras de Sousa Cruz" userId="ce6eaf51-bc2e-467b-aba5-fb0560636c37" providerId="ADAL" clId="{6E4E759F-803C-4F4E-82A0-485C4156F3D5}" dt="2025-10-20T19:52:28.391" v="1137" actId="47"/>
        <pc:sldMkLst>
          <pc:docMk/>
          <pc:sldMk cId="397821563" sldId="268"/>
        </pc:sldMkLst>
      </pc:sldChg>
      <pc:sldChg chg="addSp delSp modSp new mod modAnim">
        <pc:chgData name="Rita Margarida Felgueiras de Sousa Cruz" userId="ce6eaf51-bc2e-467b-aba5-fb0560636c37" providerId="ADAL" clId="{6E4E759F-803C-4F4E-82A0-485C4156F3D5}" dt="2025-10-20T18:52:11.764" v="738" actId="478"/>
        <pc:sldMkLst>
          <pc:docMk/>
          <pc:sldMk cId="2993666178" sldId="269"/>
        </pc:sldMkLst>
        <pc:spChg chg="del">
          <ac:chgData name="Rita Margarida Felgueiras de Sousa Cruz" userId="ce6eaf51-bc2e-467b-aba5-fb0560636c37" providerId="ADAL" clId="{6E4E759F-803C-4F4E-82A0-485C4156F3D5}" dt="2025-10-20T18:52:11.764" v="738" actId="478"/>
          <ac:spMkLst>
            <pc:docMk/>
            <pc:sldMk cId="2993666178" sldId="269"/>
            <ac:spMk id="2" creationId="{8A3614DA-C5D4-F8FA-47B5-16790FF12406}"/>
          </ac:spMkLst>
        </pc:spChg>
        <pc:spChg chg="add mod">
          <ac:chgData name="Rita Margarida Felgueiras de Sousa Cruz" userId="ce6eaf51-bc2e-467b-aba5-fb0560636c37" providerId="ADAL" clId="{6E4E759F-803C-4F4E-82A0-485C4156F3D5}" dt="2025-10-18T18:00:03.770" v="464" actId="404"/>
          <ac:spMkLst>
            <pc:docMk/>
            <pc:sldMk cId="2993666178" sldId="269"/>
            <ac:spMk id="3" creationId="{39947261-0D24-7349-C6EF-BBBC382A45D7}"/>
          </ac:spMkLst>
        </pc:spChg>
        <pc:spChg chg="add mod">
          <ac:chgData name="Rita Margarida Felgueiras de Sousa Cruz" userId="ce6eaf51-bc2e-467b-aba5-fb0560636c37" providerId="ADAL" clId="{6E4E759F-803C-4F4E-82A0-485C4156F3D5}" dt="2025-10-18T18:00:08.889" v="465" actId="1076"/>
          <ac:spMkLst>
            <pc:docMk/>
            <pc:sldMk cId="2993666178" sldId="269"/>
            <ac:spMk id="4" creationId="{47243583-7A7A-8CD2-A1FC-DD81AC6C411D}"/>
          </ac:spMkLst>
        </pc:spChg>
        <pc:picChg chg="add mod">
          <ac:chgData name="Rita Margarida Felgueiras de Sousa Cruz" userId="ce6eaf51-bc2e-467b-aba5-fb0560636c37" providerId="ADAL" clId="{6E4E759F-803C-4F4E-82A0-485C4156F3D5}" dt="2025-10-18T17:59:59.950" v="462" actId="1076"/>
          <ac:picMkLst>
            <pc:docMk/>
            <pc:sldMk cId="2993666178" sldId="269"/>
            <ac:picMk id="5" creationId="{0ABEE983-E04D-799F-2C2C-2930480AC3A1}"/>
          </ac:picMkLst>
        </pc:picChg>
      </pc:sldChg>
      <pc:sldChg chg="addSp delSp modSp new del mod">
        <pc:chgData name="Rita Margarida Felgueiras de Sousa Cruz" userId="ce6eaf51-bc2e-467b-aba5-fb0560636c37" providerId="ADAL" clId="{6E4E759F-803C-4F4E-82A0-485C4156F3D5}" dt="2025-10-20T16:33:52.018" v="600" actId="47"/>
        <pc:sldMkLst>
          <pc:docMk/>
          <pc:sldMk cId="3895960840" sldId="270"/>
        </pc:sldMkLst>
        <pc:spChg chg="mod">
          <ac:chgData name="Rita Margarida Felgueiras de Sousa Cruz" userId="ce6eaf51-bc2e-467b-aba5-fb0560636c37" providerId="ADAL" clId="{6E4E759F-803C-4F4E-82A0-485C4156F3D5}" dt="2025-10-20T16:29:59.514" v="569" actId="1076"/>
          <ac:spMkLst>
            <pc:docMk/>
            <pc:sldMk cId="3895960840" sldId="270"/>
            <ac:spMk id="2" creationId="{9682723C-0D4D-B739-BF93-B24FF5E5D49D}"/>
          </ac:spMkLst>
        </pc:spChg>
        <pc:spChg chg="add del mod">
          <ac:chgData name="Rita Margarida Felgueiras de Sousa Cruz" userId="ce6eaf51-bc2e-467b-aba5-fb0560636c37" providerId="ADAL" clId="{6E4E759F-803C-4F4E-82A0-485C4156F3D5}" dt="2025-10-20T16:29:51.227" v="568"/>
          <ac:spMkLst>
            <pc:docMk/>
            <pc:sldMk cId="3895960840" sldId="270"/>
            <ac:spMk id="9" creationId="{E8023B3F-2299-EF53-29CA-77469335B646}"/>
          </ac:spMkLst>
        </pc:spChg>
      </pc:sldChg>
      <pc:sldChg chg="addSp delSp modSp new mod">
        <pc:chgData name="Rita Margarida Felgueiras de Sousa Cruz" userId="ce6eaf51-bc2e-467b-aba5-fb0560636c37" providerId="ADAL" clId="{6E4E759F-803C-4F4E-82A0-485C4156F3D5}" dt="2025-10-20T18:52:22.387" v="741" actId="478"/>
        <pc:sldMkLst>
          <pc:docMk/>
          <pc:sldMk cId="2116592974" sldId="271"/>
        </pc:sldMkLst>
        <pc:spChg chg="del mod">
          <ac:chgData name="Rita Margarida Felgueiras de Sousa Cruz" userId="ce6eaf51-bc2e-467b-aba5-fb0560636c37" providerId="ADAL" clId="{6E4E759F-803C-4F4E-82A0-485C4156F3D5}" dt="2025-10-20T18:52:22.387" v="741" actId="478"/>
          <ac:spMkLst>
            <pc:docMk/>
            <pc:sldMk cId="2116592974" sldId="271"/>
            <ac:spMk id="2" creationId="{54CB66D7-1ECC-F568-FF9E-E819B0D4EDB4}"/>
          </ac:spMkLst>
        </pc:spChg>
        <pc:spChg chg="add mod">
          <ac:chgData name="Rita Margarida Felgueiras de Sousa Cruz" userId="ce6eaf51-bc2e-467b-aba5-fb0560636c37" providerId="ADAL" clId="{6E4E759F-803C-4F4E-82A0-485C4156F3D5}" dt="2025-10-20T16:31:46.844" v="592" actId="1076"/>
          <ac:spMkLst>
            <pc:docMk/>
            <pc:sldMk cId="2116592974" sldId="271"/>
            <ac:spMk id="3" creationId="{AF7059B8-0652-872D-C278-2D65AF2926FC}"/>
          </ac:spMkLst>
        </pc:spChg>
        <pc:spChg chg="add mod">
          <ac:chgData name="Rita Margarida Felgueiras de Sousa Cruz" userId="ce6eaf51-bc2e-467b-aba5-fb0560636c37" providerId="ADAL" clId="{6E4E759F-803C-4F4E-82A0-485C4156F3D5}" dt="2025-10-20T16:31:43.293" v="591" actId="1076"/>
          <ac:spMkLst>
            <pc:docMk/>
            <pc:sldMk cId="2116592974" sldId="271"/>
            <ac:spMk id="4" creationId="{E1C9D1DF-B18D-C8CB-B3A7-4BF4B4FE8E04}"/>
          </ac:spMkLst>
        </pc:spChg>
        <pc:spChg chg="add mod">
          <ac:chgData name="Rita Margarida Felgueiras de Sousa Cruz" userId="ce6eaf51-bc2e-467b-aba5-fb0560636c37" providerId="ADAL" clId="{6E4E759F-803C-4F4E-82A0-485C4156F3D5}" dt="2025-10-20T16:31:35.651" v="590" actId="1076"/>
          <ac:spMkLst>
            <pc:docMk/>
            <pc:sldMk cId="2116592974" sldId="271"/>
            <ac:spMk id="6" creationId="{E0063A44-DB73-A782-9F37-A583D822402F}"/>
          </ac:spMkLst>
        </pc:spChg>
        <pc:spChg chg="add mod">
          <ac:chgData name="Rita Margarida Felgueiras de Sousa Cruz" userId="ce6eaf51-bc2e-467b-aba5-fb0560636c37" providerId="ADAL" clId="{6E4E759F-803C-4F4E-82A0-485C4156F3D5}" dt="2025-10-20T16:32:17.088" v="598" actId="1076"/>
          <ac:spMkLst>
            <pc:docMk/>
            <pc:sldMk cId="2116592974" sldId="271"/>
            <ac:spMk id="7" creationId="{46D72E23-0DD3-FB13-5CD6-70345328C534}"/>
          </ac:spMkLst>
        </pc:spChg>
        <pc:spChg chg="add mod">
          <ac:chgData name="Rita Margarida Felgueiras de Sousa Cruz" userId="ce6eaf51-bc2e-467b-aba5-fb0560636c37" providerId="ADAL" clId="{6E4E759F-803C-4F4E-82A0-485C4156F3D5}" dt="2025-10-20T16:31:26.496" v="589" actId="1076"/>
          <ac:spMkLst>
            <pc:docMk/>
            <pc:sldMk cId="2116592974" sldId="271"/>
            <ac:spMk id="8" creationId="{9B1A863E-E3EB-95CE-BED8-1E1A2CCD7EEB}"/>
          </ac:spMkLst>
        </pc:spChg>
        <pc:spChg chg="add mod">
          <ac:chgData name="Rita Margarida Felgueiras de Sousa Cruz" userId="ce6eaf51-bc2e-467b-aba5-fb0560636c37" providerId="ADAL" clId="{6E4E759F-803C-4F4E-82A0-485C4156F3D5}" dt="2025-10-20T16:31:13.034" v="586" actId="1076"/>
          <ac:spMkLst>
            <pc:docMk/>
            <pc:sldMk cId="2116592974" sldId="271"/>
            <ac:spMk id="10" creationId="{0A33F272-D744-396F-BC70-8EF7EF072214}"/>
          </ac:spMkLst>
        </pc:spChg>
        <pc:spChg chg="add mod">
          <ac:chgData name="Rita Margarida Felgueiras de Sousa Cruz" userId="ce6eaf51-bc2e-467b-aba5-fb0560636c37" providerId="ADAL" clId="{6E4E759F-803C-4F4E-82A0-485C4156F3D5}" dt="2025-10-20T16:31:09.366" v="585" actId="1076"/>
          <ac:spMkLst>
            <pc:docMk/>
            <pc:sldMk cId="2116592974" sldId="271"/>
            <ac:spMk id="12" creationId="{8CC9A1D8-D08A-3280-5306-543DE6D548C5}"/>
          </ac:spMkLst>
        </pc:spChg>
        <pc:spChg chg="add mod">
          <ac:chgData name="Rita Margarida Felgueiras de Sousa Cruz" userId="ce6eaf51-bc2e-467b-aba5-fb0560636c37" providerId="ADAL" clId="{6E4E759F-803C-4F4E-82A0-485C4156F3D5}" dt="2025-10-20T16:31:17.360" v="587" actId="1076"/>
          <ac:spMkLst>
            <pc:docMk/>
            <pc:sldMk cId="2116592974" sldId="271"/>
            <ac:spMk id="14" creationId="{B96B20A1-BB9E-1C5A-048A-C9964DEB97C4}"/>
          </ac:spMkLst>
        </pc:spChg>
        <pc:spChg chg="add mod">
          <ac:chgData name="Rita Margarida Felgueiras de Sousa Cruz" userId="ce6eaf51-bc2e-467b-aba5-fb0560636c37" providerId="ADAL" clId="{6E4E759F-803C-4F4E-82A0-485C4156F3D5}" dt="2025-10-20T16:31:21.105" v="588" actId="1076"/>
          <ac:spMkLst>
            <pc:docMk/>
            <pc:sldMk cId="2116592974" sldId="271"/>
            <ac:spMk id="16" creationId="{BB38F0AC-267F-50FC-7F93-765DA7619823}"/>
          </ac:spMkLst>
        </pc:spChg>
        <pc:spChg chg="add mod">
          <ac:chgData name="Rita Margarida Felgueiras de Sousa Cruz" userId="ce6eaf51-bc2e-467b-aba5-fb0560636c37" providerId="ADAL" clId="{6E4E759F-803C-4F4E-82A0-485C4156F3D5}" dt="2025-10-20T16:31:55.183" v="593" actId="1076"/>
          <ac:spMkLst>
            <pc:docMk/>
            <pc:sldMk cId="2116592974" sldId="271"/>
            <ac:spMk id="18" creationId="{ED8FB14E-CA6A-955A-183E-1015655A79B9}"/>
          </ac:spMkLst>
        </pc:spChg>
        <pc:spChg chg="add mod">
          <ac:chgData name="Rita Margarida Felgueiras de Sousa Cruz" userId="ce6eaf51-bc2e-467b-aba5-fb0560636c37" providerId="ADAL" clId="{6E4E759F-803C-4F4E-82A0-485C4156F3D5}" dt="2025-10-20T16:31:59.967" v="594" actId="1076"/>
          <ac:spMkLst>
            <pc:docMk/>
            <pc:sldMk cId="2116592974" sldId="271"/>
            <ac:spMk id="20" creationId="{75642A3B-C4C7-B494-8F9C-72850AD45187}"/>
          </ac:spMkLst>
        </pc:spChg>
        <pc:spChg chg="add mod">
          <ac:chgData name="Rita Margarida Felgueiras de Sousa Cruz" userId="ce6eaf51-bc2e-467b-aba5-fb0560636c37" providerId="ADAL" clId="{6E4E759F-803C-4F4E-82A0-485C4156F3D5}" dt="2025-10-20T16:32:03.201" v="595" actId="1076"/>
          <ac:spMkLst>
            <pc:docMk/>
            <pc:sldMk cId="2116592974" sldId="271"/>
            <ac:spMk id="22" creationId="{02B18E50-09D4-9DDD-8437-78FAEB97EC8A}"/>
          </ac:spMkLst>
        </pc:spChg>
      </pc:sldChg>
      <pc:sldChg chg="modSp new del mod">
        <pc:chgData name="Rita Margarida Felgueiras de Sousa Cruz" userId="ce6eaf51-bc2e-467b-aba5-fb0560636c37" providerId="ADAL" clId="{6E4E759F-803C-4F4E-82A0-485C4156F3D5}" dt="2025-10-20T16:35:04.233" v="655" actId="47"/>
        <pc:sldMkLst>
          <pc:docMk/>
          <pc:sldMk cId="1630196291" sldId="272"/>
        </pc:sldMkLst>
        <pc:spChg chg="mod">
          <ac:chgData name="Rita Margarida Felgueiras de Sousa Cruz" userId="ce6eaf51-bc2e-467b-aba5-fb0560636c37" providerId="ADAL" clId="{6E4E759F-803C-4F4E-82A0-485C4156F3D5}" dt="2025-10-20T16:33:59.047" v="604" actId="27636"/>
          <ac:spMkLst>
            <pc:docMk/>
            <pc:sldMk cId="1630196291" sldId="272"/>
            <ac:spMk id="2" creationId="{1B5AF00D-1047-1CC3-B5D3-3108C51D5C1E}"/>
          </ac:spMkLst>
        </pc:spChg>
        <pc:spChg chg="mod">
          <ac:chgData name="Rita Margarida Felgueiras de Sousa Cruz" userId="ce6eaf51-bc2e-467b-aba5-fb0560636c37" providerId="ADAL" clId="{6E4E759F-803C-4F4E-82A0-485C4156F3D5}" dt="2025-10-20T16:34:35.976" v="625" actId="113"/>
          <ac:spMkLst>
            <pc:docMk/>
            <pc:sldMk cId="1630196291" sldId="272"/>
            <ac:spMk id="3" creationId="{A8361773-A422-79CA-C4E8-72E00A93576F}"/>
          </ac:spMkLst>
        </pc:spChg>
      </pc:sldChg>
      <pc:sldChg chg="delSp modSp new del mod">
        <pc:chgData name="Rita Margarida Felgueiras de Sousa Cruz" userId="ce6eaf51-bc2e-467b-aba5-fb0560636c37" providerId="ADAL" clId="{6E4E759F-803C-4F4E-82A0-485C4156F3D5}" dt="2025-10-20T18:52:28.682" v="743" actId="47"/>
        <pc:sldMkLst>
          <pc:docMk/>
          <pc:sldMk cId="1981673734" sldId="273"/>
        </pc:sldMkLst>
        <pc:spChg chg="mod">
          <ac:chgData name="Rita Margarida Felgueiras de Sousa Cruz" userId="ce6eaf51-bc2e-467b-aba5-fb0560636c37" providerId="ADAL" clId="{6E4E759F-803C-4F4E-82A0-485C4156F3D5}" dt="2025-10-20T16:34:51.166" v="632" actId="27636"/>
          <ac:spMkLst>
            <pc:docMk/>
            <pc:sldMk cId="1981673734" sldId="273"/>
            <ac:spMk id="2" creationId="{FED16451-3EE6-872D-4825-24DF82A9EF61}"/>
          </ac:spMkLst>
        </pc:spChg>
        <pc:spChg chg="mod">
          <ac:chgData name="Rita Margarida Felgueiras de Sousa Cruz" userId="ce6eaf51-bc2e-467b-aba5-fb0560636c37" providerId="ADAL" clId="{6E4E759F-803C-4F4E-82A0-485C4156F3D5}" dt="2025-10-20T16:35:08.292" v="656" actId="113"/>
          <ac:spMkLst>
            <pc:docMk/>
            <pc:sldMk cId="1981673734" sldId="273"/>
            <ac:spMk id="3" creationId="{6992C006-9417-A5A4-90B2-A6E43E0F26A1}"/>
          </ac:spMkLst>
        </pc:spChg>
        <pc:spChg chg="del mod">
          <ac:chgData name="Rita Margarida Felgueiras de Sousa Cruz" userId="ce6eaf51-bc2e-467b-aba5-fb0560636c37" providerId="ADAL" clId="{6E4E759F-803C-4F4E-82A0-485C4156F3D5}" dt="2025-10-20T18:52:25.954" v="742" actId="478"/>
          <ac:spMkLst>
            <pc:docMk/>
            <pc:sldMk cId="1981673734" sldId="273"/>
            <ac:spMk id="7" creationId="{2CED3519-CDFD-4DBA-2197-ED1212A914CE}"/>
          </ac:spMkLst>
        </pc:spChg>
      </pc:sldChg>
      <pc:sldChg chg="addSp delSp modSp new mod modClrScheme chgLayout">
        <pc:chgData name="Rita Margarida Felgueiras de Sousa Cruz" userId="ce6eaf51-bc2e-467b-aba5-fb0560636c37" providerId="ADAL" clId="{6E4E759F-803C-4F4E-82A0-485C4156F3D5}" dt="2025-10-20T18:58:18.074" v="834" actId="1076"/>
        <pc:sldMkLst>
          <pc:docMk/>
          <pc:sldMk cId="1585534224" sldId="274"/>
        </pc:sldMkLst>
        <pc:spChg chg="mod">
          <ac:chgData name="Rita Margarida Felgueiras de Sousa Cruz" userId="ce6eaf51-bc2e-467b-aba5-fb0560636c37" providerId="ADAL" clId="{6E4E759F-803C-4F4E-82A0-485C4156F3D5}" dt="2025-10-20T18:52:52.789" v="746" actId="26606"/>
          <ac:spMkLst>
            <pc:docMk/>
            <pc:sldMk cId="1585534224" sldId="274"/>
            <ac:spMk id="2" creationId="{6A41F02B-21CF-C733-A7D7-A146A624EED0}"/>
          </ac:spMkLst>
        </pc:spChg>
        <pc:spChg chg="mod ord">
          <ac:chgData name="Rita Margarida Felgueiras de Sousa Cruz" userId="ce6eaf51-bc2e-467b-aba5-fb0560636c37" providerId="ADAL" clId="{6E4E759F-803C-4F4E-82A0-485C4156F3D5}" dt="2025-10-20T18:53:56.924" v="766" actId="20577"/>
          <ac:spMkLst>
            <pc:docMk/>
            <pc:sldMk cId="1585534224" sldId="274"/>
            <ac:spMk id="3" creationId="{7C32B2AB-3EDA-0F30-C380-A3E590947738}"/>
          </ac:spMkLst>
        </pc:spChg>
        <pc:spChg chg="del">
          <ac:chgData name="Rita Margarida Felgueiras de Sousa Cruz" userId="ce6eaf51-bc2e-467b-aba5-fb0560636c37" providerId="ADAL" clId="{6E4E759F-803C-4F4E-82A0-485C4156F3D5}" dt="2025-10-20T18:51:59.196" v="735" actId="478"/>
          <ac:spMkLst>
            <pc:docMk/>
            <pc:sldMk cId="1585534224" sldId="274"/>
            <ac:spMk id="4" creationId="{7E73D263-2E0C-C524-5F90-29A855614739}"/>
          </ac:spMkLst>
        </pc:spChg>
        <pc:spChg chg="del">
          <ac:chgData name="Rita Margarida Felgueiras de Sousa Cruz" userId="ce6eaf51-bc2e-467b-aba5-fb0560636c37" providerId="ADAL" clId="{6E4E759F-803C-4F4E-82A0-485C4156F3D5}" dt="2025-10-20T18:52:07.207" v="737" actId="478"/>
          <ac:spMkLst>
            <pc:docMk/>
            <pc:sldMk cId="1585534224" sldId="274"/>
            <ac:spMk id="5" creationId="{920A4BDB-CC00-A33E-5C5D-5D7203479387}"/>
          </ac:spMkLst>
        </pc:spChg>
        <pc:spChg chg="add">
          <ac:chgData name="Rita Margarida Felgueiras de Sousa Cruz" userId="ce6eaf51-bc2e-467b-aba5-fb0560636c37" providerId="ADAL" clId="{6E4E759F-803C-4F4E-82A0-485C4156F3D5}" dt="2025-10-20T16:36:06.989" v="660"/>
          <ac:spMkLst>
            <pc:docMk/>
            <pc:sldMk cId="1585534224" sldId="274"/>
            <ac:spMk id="6" creationId="{FBC320C5-5294-0F92-8BDB-B8EE6231AB13}"/>
          </ac:spMkLst>
        </pc:spChg>
        <pc:spChg chg="add mod ord">
          <ac:chgData name="Rita Margarida Felgueiras de Sousa Cruz" userId="ce6eaf51-bc2e-467b-aba5-fb0560636c37" providerId="ADAL" clId="{6E4E759F-803C-4F4E-82A0-485C4156F3D5}" dt="2025-10-20T18:58:18.074" v="834" actId="1076"/>
          <ac:spMkLst>
            <pc:docMk/>
            <pc:sldMk cId="1585534224" sldId="274"/>
            <ac:spMk id="7" creationId="{7BB72DA3-EED6-7D65-CD7A-F1D85CC2E0C7}"/>
          </ac:spMkLst>
        </pc:spChg>
        <pc:spChg chg="add del mod">
          <ac:chgData name="Rita Margarida Felgueiras de Sousa Cruz" userId="ce6eaf51-bc2e-467b-aba5-fb0560636c37" providerId="ADAL" clId="{6E4E759F-803C-4F4E-82A0-485C4156F3D5}" dt="2025-10-20T18:53:01.376" v="747" actId="478"/>
          <ac:spMkLst>
            <pc:docMk/>
            <pc:sldMk cId="1585534224" sldId="274"/>
            <ac:spMk id="14" creationId="{D98CCE35-7B44-5989-FA97-10B88B03C1D8}"/>
          </ac:spMkLst>
        </pc:spChg>
        <pc:spChg chg="add mod">
          <ac:chgData name="Rita Margarida Felgueiras de Sousa Cruz" userId="ce6eaf51-bc2e-467b-aba5-fb0560636c37" providerId="ADAL" clId="{6E4E759F-803C-4F4E-82A0-485C4156F3D5}" dt="2025-10-20T18:52:52.789" v="746" actId="26606"/>
          <ac:spMkLst>
            <pc:docMk/>
            <pc:sldMk cId="1585534224" sldId="274"/>
            <ac:spMk id="16" creationId="{1CCA460D-4280-BEB1-45F6-F05621120EDD}"/>
          </ac:spMkLst>
        </pc:spChg>
        <pc:picChg chg="add mod">
          <ac:chgData name="Rita Margarida Felgueiras de Sousa Cruz" userId="ce6eaf51-bc2e-467b-aba5-fb0560636c37" providerId="ADAL" clId="{6E4E759F-803C-4F4E-82A0-485C4156F3D5}" dt="2025-10-20T18:53:07.059" v="749" actId="1076"/>
          <ac:picMkLst>
            <pc:docMk/>
            <pc:sldMk cId="1585534224" sldId="274"/>
            <ac:picMk id="9" creationId="{9EB47BC7-C800-6270-506B-E762FA65FA16}"/>
          </ac:picMkLst>
        </pc:picChg>
      </pc:sldChg>
      <pc:sldChg chg="addSp delSp modSp add mod">
        <pc:chgData name="Rita Margarida Felgueiras de Sousa Cruz" userId="ce6eaf51-bc2e-467b-aba5-fb0560636c37" providerId="ADAL" clId="{6E4E759F-803C-4F4E-82A0-485C4156F3D5}" dt="2025-10-20T19:08:24.640" v="837" actId="1076"/>
        <pc:sldMkLst>
          <pc:docMk/>
          <pc:sldMk cId="3922734944" sldId="275"/>
        </pc:sldMkLst>
        <pc:spChg chg="mod">
          <ac:chgData name="Rita Margarida Felgueiras de Sousa Cruz" userId="ce6eaf51-bc2e-467b-aba5-fb0560636c37" providerId="ADAL" clId="{6E4E759F-803C-4F4E-82A0-485C4156F3D5}" dt="2025-10-20T19:08:18.492" v="836" actId="1076"/>
          <ac:spMkLst>
            <pc:docMk/>
            <pc:sldMk cId="3922734944" sldId="275"/>
            <ac:spMk id="3" creationId="{6E7475BF-8F1E-8087-6028-EE91860F6545}"/>
          </ac:spMkLst>
        </pc:spChg>
        <pc:spChg chg="add del mod">
          <ac:chgData name="Rita Margarida Felgueiras de Sousa Cruz" userId="ce6eaf51-bc2e-467b-aba5-fb0560636c37" providerId="ADAL" clId="{6E4E759F-803C-4F4E-82A0-485C4156F3D5}" dt="2025-10-20T18:54:46.945" v="773"/>
          <ac:spMkLst>
            <pc:docMk/>
            <pc:sldMk cId="3922734944" sldId="275"/>
            <ac:spMk id="4" creationId="{AC16A597-7048-47DB-A168-08E0F8740CCE}"/>
          </ac:spMkLst>
        </pc:spChg>
        <pc:spChg chg="mod">
          <ac:chgData name="Rita Margarida Felgueiras de Sousa Cruz" userId="ce6eaf51-bc2e-467b-aba5-fb0560636c37" providerId="ADAL" clId="{6E4E759F-803C-4F4E-82A0-485C4156F3D5}" dt="2025-10-20T19:08:24.640" v="837" actId="1076"/>
          <ac:spMkLst>
            <pc:docMk/>
            <pc:sldMk cId="3922734944" sldId="275"/>
            <ac:spMk id="7" creationId="{191CF84D-B454-545C-4D00-AC2737396010}"/>
          </ac:spMkLst>
        </pc:spChg>
        <pc:picChg chg="del">
          <ac:chgData name="Rita Margarida Felgueiras de Sousa Cruz" userId="ce6eaf51-bc2e-467b-aba5-fb0560636c37" providerId="ADAL" clId="{6E4E759F-803C-4F4E-82A0-485C4156F3D5}" dt="2025-10-20T18:54:09.513" v="768" actId="478"/>
          <ac:picMkLst>
            <pc:docMk/>
            <pc:sldMk cId="3922734944" sldId="275"/>
            <ac:picMk id="9" creationId="{1531EE5A-66F0-125D-3434-4EAB056C4258}"/>
          </ac:picMkLst>
        </pc:picChg>
      </pc:sldChg>
      <pc:sldChg chg="addSp delSp modSp add mod ord">
        <pc:chgData name="Rita Margarida Felgueiras de Sousa Cruz" userId="ce6eaf51-bc2e-467b-aba5-fb0560636c37" providerId="ADAL" clId="{6E4E759F-803C-4F4E-82A0-485C4156F3D5}" dt="2025-10-20T19:13:43.640" v="908" actId="1076"/>
        <pc:sldMkLst>
          <pc:docMk/>
          <pc:sldMk cId="925887603" sldId="276"/>
        </pc:sldMkLst>
        <pc:spChg chg="mod">
          <ac:chgData name="Rita Margarida Felgueiras de Sousa Cruz" userId="ce6eaf51-bc2e-467b-aba5-fb0560636c37" providerId="ADAL" clId="{6E4E759F-803C-4F4E-82A0-485C4156F3D5}" dt="2025-10-20T19:11:29.706" v="864" actId="5793"/>
          <ac:spMkLst>
            <pc:docMk/>
            <pc:sldMk cId="925887603" sldId="276"/>
            <ac:spMk id="3" creationId="{F2145D94-D43C-08D5-3E66-841C24DF1C02}"/>
          </ac:spMkLst>
        </pc:spChg>
        <pc:spChg chg="add mod">
          <ac:chgData name="Rita Margarida Felgueiras de Sousa Cruz" userId="ce6eaf51-bc2e-467b-aba5-fb0560636c37" providerId="ADAL" clId="{6E4E759F-803C-4F4E-82A0-485C4156F3D5}" dt="2025-10-20T19:10:44.880" v="843" actId="20578"/>
          <ac:spMkLst>
            <pc:docMk/>
            <pc:sldMk cId="925887603" sldId="276"/>
            <ac:spMk id="4" creationId="{399D6895-22B5-CED8-930F-A55038505543}"/>
          </ac:spMkLst>
        </pc:spChg>
        <pc:spChg chg="mod">
          <ac:chgData name="Rita Margarida Felgueiras de Sousa Cruz" userId="ce6eaf51-bc2e-467b-aba5-fb0560636c37" providerId="ADAL" clId="{6E4E759F-803C-4F4E-82A0-485C4156F3D5}" dt="2025-10-20T19:12:32.333" v="904" actId="1076"/>
          <ac:spMkLst>
            <pc:docMk/>
            <pc:sldMk cId="925887603" sldId="276"/>
            <ac:spMk id="7" creationId="{BB38867D-D23E-8203-AD9F-EF03BEEA3419}"/>
          </ac:spMkLst>
        </pc:spChg>
        <pc:picChg chg="add mod">
          <ac:chgData name="Rita Margarida Felgueiras de Sousa Cruz" userId="ce6eaf51-bc2e-467b-aba5-fb0560636c37" providerId="ADAL" clId="{6E4E759F-803C-4F4E-82A0-485C4156F3D5}" dt="2025-10-20T19:13:43.640" v="908" actId="1076"/>
          <ac:picMkLst>
            <pc:docMk/>
            <pc:sldMk cId="925887603" sldId="276"/>
            <ac:picMk id="6" creationId="{6A63B22C-701D-6517-7ABC-EB41EB784165}"/>
          </ac:picMkLst>
        </pc:picChg>
        <pc:picChg chg="del">
          <ac:chgData name="Rita Margarida Felgueiras de Sousa Cruz" userId="ce6eaf51-bc2e-467b-aba5-fb0560636c37" providerId="ADAL" clId="{6E4E759F-803C-4F4E-82A0-485C4156F3D5}" dt="2025-10-20T19:10:15.793" v="841" actId="478"/>
          <ac:picMkLst>
            <pc:docMk/>
            <pc:sldMk cId="925887603" sldId="276"/>
            <ac:picMk id="9" creationId="{390EAE09-053E-81F1-21FA-283B7BBBAB14}"/>
          </ac:picMkLst>
        </pc:picChg>
      </pc:sldChg>
      <pc:sldChg chg="addSp delSp modSp add mod">
        <pc:chgData name="Rita Margarida Felgueiras de Sousa Cruz" userId="ce6eaf51-bc2e-467b-aba5-fb0560636c37" providerId="ADAL" clId="{6E4E759F-803C-4F4E-82A0-485C4156F3D5}" dt="2025-10-20T19:20:55.972" v="987" actId="14100"/>
        <pc:sldMkLst>
          <pc:docMk/>
          <pc:sldMk cId="378463497" sldId="277"/>
        </pc:sldMkLst>
        <pc:spChg chg="mod">
          <ac:chgData name="Rita Margarida Felgueiras de Sousa Cruz" userId="ce6eaf51-bc2e-467b-aba5-fb0560636c37" providerId="ADAL" clId="{6E4E759F-803C-4F4E-82A0-485C4156F3D5}" dt="2025-10-20T19:20:49.227" v="986" actId="1076"/>
          <ac:spMkLst>
            <pc:docMk/>
            <pc:sldMk cId="378463497" sldId="277"/>
            <ac:spMk id="2" creationId="{A9957602-8A61-5B02-88FD-3FA81A60FE93}"/>
          </ac:spMkLst>
        </pc:spChg>
        <pc:spChg chg="mod">
          <ac:chgData name="Rita Margarida Felgueiras de Sousa Cruz" userId="ce6eaf51-bc2e-467b-aba5-fb0560636c37" providerId="ADAL" clId="{6E4E759F-803C-4F4E-82A0-485C4156F3D5}" dt="2025-10-20T19:19:02.768" v="981" actId="1076"/>
          <ac:spMkLst>
            <pc:docMk/>
            <pc:sldMk cId="378463497" sldId="277"/>
            <ac:spMk id="3" creationId="{07D229A6-A872-EAE9-451E-658EB3EAE103}"/>
          </ac:spMkLst>
        </pc:spChg>
        <pc:spChg chg="add del mod">
          <ac:chgData name="Rita Margarida Felgueiras de Sousa Cruz" userId="ce6eaf51-bc2e-467b-aba5-fb0560636c37" providerId="ADAL" clId="{6E4E759F-803C-4F4E-82A0-485C4156F3D5}" dt="2025-10-20T19:16:57.948" v="946"/>
          <ac:spMkLst>
            <pc:docMk/>
            <pc:sldMk cId="378463497" sldId="277"/>
            <ac:spMk id="5" creationId="{56FAECFE-56DB-956D-A3F4-4B56B7FE4272}"/>
          </ac:spMkLst>
        </pc:spChg>
        <pc:spChg chg="mod">
          <ac:chgData name="Rita Margarida Felgueiras de Sousa Cruz" userId="ce6eaf51-bc2e-467b-aba5-fb0560636c37" providerId="ADAL" clId="{6E4E759F-803C-4F4E-82A0-485C4156F3D5}" dt="2025-10-20T19:19:06.004" v="982" actId="1076"/>
          <ac:spMkLst>
            <pc:docMk/>
            <pc:sldMk cId="378463497" sldId="277"/>
            <ac:spMk id="7" creationId="{0459401C-4514-AF44-4628-5E3965C2C806}"/>
          </ac:spMkLst>
        </pc:spChg>
        <pc:picChg chg="del">
          <ac:chgData name="Rita Margarida Felgueiras de Sousa Cruz" userId="ce6eaf51-bc2e-467b-aba5-fb0560636c37" providerId="ADAL" clId="{6E4E759F-803C-4F4E-82A0-485C4156F3D5}" dt="2025-10-20T19:13:56.872" v="910" actId="478"/>
          <ac:picMkLst>
            <pc:docMk/>
            <pc:sldMk cId="378463497" sldId="277"/>
            <ac:picMk id="6" creationId="{36CBDAA7-C698-96EE-D8D2-AED7EE91EC06}"/>
          </ac:picMkLst>
        </pc:picChg>
        <pc:picChg chg="add mod modCrop">
          <ac:chgData name="Rita Margarida Felgueiras de Sousa Cruz" userId="ce6eaf51-bc2e-467b-aba5-fb0560636c37" providerId="ADAL" clId="{6E4E759F-803C-4F4E-82A0-485C4156F3D5}" dt="2025-10-20T19:20:55.972" v="987" actId="14100"/>
          <ac:picMkLst>
            <pc:docMk/>
            <pc:sldMk cId="378463497" sldId="277"/>
            <ac:picMk id="9" creationId="{BCAD96B9-834E-22CC-8F2D-04B34BB3B419}"/>
          </ac:picMkLst>
        </pc:picChg>
        <pc:picChg chg="add mod modCrop">
          <ac:chgData name="Rita Margarida Felgueiras de Sousa Cruz" userId="ce6eaf51-bc2e-467b-aba5-fb0560636c37" providerId="ADAL" clId="{6E4E759F-803C-4F4E-82A0-485C4156F3D5}" dt="2025-10-20T19:20:42.124" v="984" actId="14100"/>
          <ac:picMkLst>
            <pc:docMk/>
            <pc:sldMk cId="378463497" sldId="277"/>
            <ac:picMk id="11" creationId="{75B1FB39-1075-2020-73A5-CA089943C13C}"/>
          </ac:picMkLst>
        </pc:picChg>
      </pc:sldChg>
      <pc:sldChg chg="delSp add del mod ord">
        <pc:chgData name="Rita Margarida Felgueiras de Sousa Cruz" userId="ce6eaf51-bc2e-467b-aba5-fb0560636c37" providerId="ADAL" clId="{6E4E759F-803C-4F4E-82A0-485C4156F3D5}" dt="2025-10-20T19:26:58.416" v="994" actId="47"/>
        <pc:sldMkLst>
          <pc:docMk/>
          <pc:sldMk cId="667006389" sldId="278"/>
        </pc:sldMkLst>
        <pc:picChg chg="del">
          <ac:chgData name="Rita Margarida Felgueiras de Sousa Cruz" userId="ce6eaf51-bc2e-467b-aba5-fb0560636c37" providerId="ADAL" clId="{6E4E759F-803C-4F4E-82A0-485C4156F3D5}" dt="2025-10-20T19:21:30.076" v="993" actId="478"/>
          <ac:picMkLst>
            <pc:docMk/>
            <pc:sldMk cId="667006389" sldId="278"/>
            <ac:picMk id="9" creationId="{1AD20607-343E-1792-4D5C-6A4B042F0D8D}"/>
          </ac:picMkLst>
        </pc:picChg>
      </pc:sldChg>
      <pc:sldChg chg="new del">
        <pc:chgData name="Rita Margarida Felgueiras de Sousa Cruz" userId="ce6eaf51-bc2e-467b-aba5-fb0560636c37" providerId="ADAL" clId="{6E4E759F-803C-4F4E-82A0-485C4156F3D5}" dt="2025-10-20T19:21:15.788" v="989" actId="47"/>
        <pc:sldMkLst>
          <pc:docMk/>
          <pc:sldMk cId="1249706432" sldId="278"/>
        </pc:sldMkLst>
      </pc:sldChg>
      <pc:sldChg chg="modSp new mod">
        <pc:chgData name="Rita Margarida Felgueiras de Sousa Cruz" userId="ce6eaf51-bc2e-467b-aba5-fb0560636c37" providerId="ADAL" clId="{6E4E759F-803C-4F4E-82A0-485C4156F3D5}" dt="2025-10-20T19:41:19.864" v="1054" actId="20577"/>
        <pc:sldMkLst>
          <pc:docMk/>
          <pc:sldMk cId="3396099689" sldId="278"/>
        </pc:sldMkLst>
        <pc:spChg chg="mod">
          <ac:chgData name="Rita Margarida Felgueiras de Sousa Cruz" userId="ce6eaf51-bc2e-467b-aba5-fb0560636c37" providerId="ADAL" clId="{6E4E759F-803C-4F4E-82A0-485C4156F3D5}" dt="2025-10-20T19:39:02.476" v="996"/>
          <ac:spMkLst>
            <pc:docMk/>
            <pc:sldMk cId="3396099689" sldId="278"/>
            <ac:spMk id="2" creationId="{38C8FD71-09B1-FD04-3045-5D6E7F790376}"/>
          </ac:spMkLst>
        </pc:spChg>
        <pc:spChg chg="mod">
          <ac:chgData name="Rita Margarida Felgueiras de Sousa Cruz" userId="ce6eaf51-bc2e-467b-aba5-fb0560636c37" providerId="ADAL" clId="{6E4E759F-803C-4F4E-82A0-485C4156F3D5}" dt="2025-10-20T19:41:19.864" v="1054" actId="20577"/>
          <ac:spMkLst>
            <pc:docMk/>
            <pc:sldMk cId="3396099689" sldId="278"/>
            <ac:spMk id="3" creationId="{800DF5F0-F227-9D98-8334-84790BDD739D}"/>
          </ac:spMkLst>
        </pc:spChg>
      </pc:sldChg>
      <pc:sldChg chg="addSp delSp modSp new mod">
        <pc:chgData name="Rita Margarida Felgueiras de Sousa Cruz" userId="ce6eaf51-bc2e-467b-aba5-fb0560636c37" providerId="ADAL" clId="{6E4E759F-803C-4F4E-82A0-485C4156F3D5}" dt="2025-10-20T19:46:45.674" v="1091"/>
        <pc:sldMkLst>
          <pc:docMk/>
          <pc:sldMk cId="572858511" sldId="279"/>
        </pc:sldMkLst>
        <pc:spChg chg="mod">
          <ac:chgData name="Rita Margarida Felgueiras de Sousa Cruz" userId="ce6eaf51-bc2e-467b-aba5-fb0560636c37" providerId="ADAL" clId="{6E4E759F-803C-4F4E-82A0-485C4156F3D5}" dt="2025-10-20T19:46:45.674" v="1091"/>
          <ac:spMkLst>
            <pc:docMk/>
            <pc:sldMk cId="572858511" sldId="279"/>
            <ac:spMk id="2" creationId="{E44E4BB4-A4D0-5893-F7B1-2BEF4FB8B57B}"/>
          </ac:spMkLst>
        </pc:spChg>
        <pc:spChg chg="del">
          <ac:chgData name="Rita Margarida Felgueiras de Sousa Cruz" userId="ce6eaf51-bc2e-467b-aba5-fb0560636c37" providerId="ADAL" clId="{6E4E759F-803C-4F4E-82A0-485C4156F3D5}" dt="2025-10-20T19:43:23.958" v="1056"/>
          <ac:spMkLst>
            <pc:docMk/>
            <pc:sldMk cId="572858511" sldId="279"/>
            <ac:spMk id="3" creationId="{550439B4-DF02-88C2-DA79-006A9E32C452}"/>
          </ac:spMkLst>
        </pc:spChg>
        <pc:spChg chg="add mod">
          <ac:chgData name="Rita Margarida Felgueiras de Sousa Cruz" userId="ce6eaf51-bc2e-467b-aba5-fb0560636c37" providerId="ADAL" clId="{6E4E759F-803C-4F4E-82A0-485C4156F3D5}" dt="2025-10-20T19:45:50.137" v="1090" actId="12"/>
          <ac:spMkLst>
            <pc:docMk/>
            <pc:sldMk cId="572858511" sldId="279"/>
            <ac:spMk id="5" creationId="{EFB58958-49A9-46DD-676C-5C8FAD60DC5B}"/>
          </ac:spMkLst>
        </pc:spChg>
      </pc:sldChg>
      <pc:sldChg chg="modSp new mod">
        <pc:chgData name="Rita Margarida Felgueiras de Sousa Cruz" userId="ce6eaf51-bc2e-467b-aba5-fb0560636c37" providerId="ADAL" clId="{6E4E759F-803C-4F4E-82A0-485C4156F3D5}" dt="2025-10-20T19:47:12.961" v="1121" actId="20577"/>
        <pc:sldMkLst>
          <pc:docMk/>
          <pc:sldMk cId="3474703594" sldId="280"/>
        </pc:sldMkLst>
        <pc:spChg chg="mod">
          <ac:chgData name="Rita Margarida Felgueiras de Sousa Cruz" userId="ce6eaf51-bc2e-467b-aba5-fb0560636c37" providerId="ADAL" clId="{6E4E759F-803C-4F4E-82A0-485C4156F3D5}" dt="2025-10-20T19:47:12.961" v="1121" actId="20577"/>
          <ac:spMkLst>
            <pc:docMk/>
            <pc:sldMk cId="3474703594" sldId="280"/>
            <ac:spMk id="2" creationId="{E00C143D-42B1-8A8F-C17D-3A49CB9D063C}"/>
          </ac:spMkLst>
        </pc:spChg>
      </pc:sldChg>
      <pc:sldChg chg="delSp modSp new mod">
        <pc:chgData name="Rita Margarida Felgueiras de Sousa Cruz" userId="ce6eaf51-bc2e-467b-aba5-fb0560636c37" providerId="ADAL" clId="{6E4E759F-803C-4F4E-82A0-485C4156F3D5}" dt="2025-10-20T20:31:01.974" v="1346" actId="478"/>
        <pc:sldMkLst>
          <pc:docMk/>
          <pc:sldMk cId="2595576177" sldId="281"/>
        </pc:sldMkLst>
        <pc:spChg chg="mod">
          <ac:chgData name="Rita Margarida Felgueiras de Sousa Cruz" userId="ce6eaf51-bc2e-467b-aba5-fb0560636c37" providerId="ADAL" clId="{6E4E759F-803C-4F4E-82A0-485C4156F3D5}" dt="2025-10-20T19:54:00.141" v="1198"/>
          <ac:spMkLst>
            <pc:docMk/>
            <pc:sldMk cId="2595576177" sldId="281"/>
            <ac:spMk id="2" creationId="{209642C2-3983-0579-D431-994FF66F45A9}"/>
          </ac:spMkLst>
        </pc:spChg>
        <pc:spChg chg="mod">
          <ac:chgData name="Rita Margarida Felgueiras de Sousa Cruz" userId="ce6eaf51-bc2e-467b-aba5-fb0560636c37" providerId="ADAL" clId="{6E4E759F-803C-4F4E-82A0-485C4156F3D5}" dt="2025-10-20T19:54:32.546" v="1216" actId="113"/>
          <ac:spMkLst>
            <pc:docMk/>
            <pc:sldMk cId="2595576177" sldId="281"/>
            <ac:spMk id="3" creationId="{559ECE91-3C2A-7162-E7AE-74629C8AEFE5}"/>
          </ac:spMkLst>
        </pc:spChg>
        <pc:spChg chg="mod">
          <ac:chgData name="Rita Margarida Felgueiras de Sousa Cruz" userId="ce6eaf51-bc2e-467b-aba5-fb0560636c37" providerId="ADAL" clId="{6E4E759F-803C-4F4E-82A0-485C4156F3D5}" dt="2025-10-20T19:54:20.660" v="1214" actId="1076"/>
          <ac:spMkLst>
            <pc:docMk/>
            <pc:sldMk cId="2595576177" sldId="281"/>
            <ac:spMk id="4" creationId="{476758DE-BEFD-9E0E-33C5-AFA4CB412DD8}"/>
          </ac:spMkLst>
        </pc:spChg>
        <pc:spChg chg="mod">
          <ac:chgData name="Rita Margarida Felgueiras de Sousa Cruz" userId="ce6eaf51-bc2e-467b-aba5-fb0560636c37" providerId="ADAL" clId="{6E4E759F-803C-4F4E-82A0-485C4156F3D5}" dt="2025-10-20T19:54:35.166" v="1217" actId="113"/>
          <ac:spMkLst>
            <pc:docMk/>
            <pc:sldMk cId="2595576177" sldId="281"/>
            <ac:spMk id="5" creationId="{2FF4A70D-BF2A-DB4D-74EF-D965801DA258}"/>
          </ac:spMkLst>
        </pc:spChg>
        <pc:spChg chg="mod">
          <ac:chgData name="Rita Margarida Felgueiras de Sousa Cruz" userId="ce6eaf51-bc2e-467b-aba5-fb0560636c37" providerId="ADAL" clId="{6E4E759F-803C-4F4E-82A0-485C4156F3D5}" dt="2025-10-20T19:54:14.306" v="1212" actId="27636"/>
          <ac:spMkLst>
            <pc:docMk/>
            <pc:sldMk cId="2595576177" sldId="281"/>
            <ac:spMk id="6" creationId="{400074E4-3EFE-B922-486F-7739D16D4106}"/>
          </ac:spMkLst>
        </pc:spChg>
        <pc:spChg chg="del">
          <ac:chgData name="Rita Margarida Felgueiras de Sousa Cruz" userId="ce6eaf51-bc2e-467b-aba5-fb0560636c37" providerId="ADAL" clId="{6E4E759F-803C-4F4E-82A0-485C4156F3D5}" dt="2025-10-20T20:31:01.974" v="1346" actId="478"/>
          <ac:spMkLst>
            <pc:docMk/>
            <pc:sldMk cId="2595576177" sldId="281"/>
            <ac:spMk id="7" creationId="{C16F038C-C12D-2EDA-F3B7-177772EB5535}"/>
          </ac:spMkLst>
        </pc:spChg>
      </pc:sldChg>
      <pc:sldChg chg="modSp new del mod">
        <pc:chgData name="Rita Margarida Felgueiras de Sousa Cruz" userId="ce6eaf51-bc2e-467b-aba5-fb0560636c37" providerId="ADAL" clId="{6E4E759F-803C-4F4E-82A0-485C4156F3D5}" dt="2025-10-20T19:55:34.081" v="1228" actId="47"/>
        <pc:sldMkLst>
          <pc:docMk/>
          <pc:sldMk cId="1692632047" sldId="282"/>
        </pc:sldMkLst>
        <pc:spChg chg="mod">
          <ac:chgData name="Rita Margarida Felgueiras de Sousa Cruz" userId="ce6eaf51-bc2e-467b-aba5-fb0560636c37" providerId="ADAL" clId="{6E4E759F-803C-4F4E-82A0-485C4156F3D5}" dt="2025-10-20T19:55:29.027" v="1226" actId="20577"/>
          <ac:spMkLst>
            <pc:docMk/>
            <pc:sldMk cId="1692632047" sldId="282"/>
            <ac:spMk id="2" creationId="{AE470363-EA49-0364-F119-C2206E727F11}"/>
          </ac:spMkLst>
        </pc:spChg>
      </pc:sldChg>
      <pc:sldChg chg="addSp delSp modSp new mod">
        <pc:chgData name="Rita Margarida Felgueiras de Sousa Cruz" userId="ce6eaf51-bc2e-467b-aba5-fb0560636c37" providerId="ADAL" clId="{6E4E759F-803C-4F4E-82A0-485C4156F3D5}" dt="2025-10-20T20:30:58.985" v="1345" actId="478"/>
        <pc:sldMkLst>
          <pc:docMk/>
          <pc:sldMk cId="2291883172" sldId="283"/>
        </pc:sldMkLst>
        <pc:spChg chg="mod">
          <ac:chgData name="Rita Margarida Felgueiras de Sousa Cruz" userId="ce6eaf51-bc2e-467b-aba5-fb0560636c37" providerId="ADAL" clId="{6E4E759F-803C-4F4E-82A0-485C4156F3D5}" dt="2025-10-20T19:55:44.300" v="1250" actId="20577"/>
          <ac:spMkLst>
            <pc:docMk/>
            <pc:sldMk cId="2291883172" sldId="283"/>
            <ac:spMk id="2" creationId="{D537322F-CF65-96EA-11F9-844520B9FD39}"/>
          </ac:spMkLst>
        </pc:spChg>
        <pc:spChg chg="del">
          <ac:chgData name="Rita Margarida Felgueiras de Sousa Cruz" userId="ce6eaf51-bc2e-467b-aba5-fb0560636c37" providerId="ADAL" clId="{6E4E759F-803C-4F4E-82A0-485C4156F3D5}" dt="2025-10-20T20:22:57.308" v="1280" actId="478"/>
          <ac:spMkLst>
            <pc:docMk/>
            <pc:sldMk cId="2291883172" sldId="283"/>
            <ac:spMk id="3" creationId="{80396F50-81A8-ED35-B1A1-7A750BF95407}"/>
          </ac:spMkLst>
        </pc:spChg>
        <pc:spChg chg="mod">
          <ac:chgData name="Rita Margarida Felgueiras de Sousa Cruz" userId="ce6eaf51-bc2e-467b-aba5-fb0560636c37" providerId="ADAL" clId="{6E4E759F-803C-4F4E-82A0-485C4156F3D5}" dt="2025-10-20T20:22:37.450" v="1277" actId="113"/>
          <ac:spMkLst>
            <pc:docMk/>
            <pc:sldMk cId="2291883172" sldId="283"/>
            <ac:spMk id="4" creationId="{6F0A4D93-358B-7178-38C8-35CF29A2D5FE}"/>
          </ac:spMkLst>
        </pc:spChg>
        <pc:spChg chg="del">
          <ac:chgData name="Rita Margarida Felgueiras de Sousa Cruz" userId="ce6eaf51-bc2e-467b-aba5-fb0560636c37" providerId="ADAL" clId="{6E4E759F-803C-4F4E-82A0-485C4156F3D5}" dt="2025-10-20T20:30:58.985" v="1345" actId="478"/>
          <ac:spMkLst>
            <pc:docMk/>
            <pc:sldMk cId="2291883172" sldId="283"/>
            <ac:spMk id="5" creationId="{1D2FB9CE-C4A3-C5CC-4F44-95BF63ABBD02}"/>
          </ac:spMkLst>
        </pc:spChg>
        <pc:spChg chg="add mod">
          <ac:chgData name="Rita Margarida Felgueiras de Sousa Cruz" userId="ce6eaf51-bc2e-467b-aba5-fb0560636c37" providerId="ADAL" clId="{6E4E759F-803C-4F4E-82A0-485C4156F3D5}" dt="2025-10-20T20:25:17.443" v="1299" actId="20577"/>
          <ac:spMkLst>
            <pc:docMk/>
            <pc:sldMk cId="2291883172" sldId="283"/>
            <ac:spMk id="12" creationId="{2D625E8E-66E0-EB75-5520-BF0B2A079389}"/>
          </ac:spMkLst>
        </pc:spChg>
        <pc:spChg chg="add mod">
          <ac:chgData name="Rita Margarida Felgueiras de Sousa Cruz" userId="ce6eaf51-bc2e-467b-aba5-fb0560636c37" providerId="ADAL" clId="{6E4E759F-803C-4F4E-82A0-485C4156F3D5}" dt="2025-10-20T20:26:08.327" v="1309" actId="1076"/>
          <ac:spMkLst>
            <pc:docMk/>
            <pc:sldMk cId="2291883172" sldId="283"/>
            <ac:spMk id="13" creationId="{32B1D0EF-886C-8748-349C-45FC1DC0EDA6}"/>
          </ac:spMkLst>
        </pc:spChg>
        <pc:spChg chg="add mod">
          <ac:chgData name="Rita Margarida Felgueiras de Sousa Cruz" userId="ce6eaf51-bc2e-467b-aba5-fb0560636c37" providerId="ADAL" clId="{6E4E759F-803C-4F4E-82A0-485C4156F3D5}" dt="2025-10-20T20:27:10.389" v="1320" actId="1076"/>
          <ac:spMkLst>
            <pc:docMk/>
            <pc:sldMk cId="2291883172" sldId="283"/>
            <ac:spMk id="18" creationId="{5F2C3D3C-5F28-F0D1-C20C-9557F000CE46}"/>
          </ac:spMkLst>
        </pc:spChg>
        <pc:picChg chg="add mod">
          <ac:chgData name="Rita Margarida Felgueiras de Sousa Cruz" userId="ce6eaf51-bc2e-467b-aba5-fb0560636c37" providerId="ADAL" clId="{6E4E759F-803C-4F4E-82A0-485C4156F3D5}" dt="2025-10-20T20:25:43.007" v="1301" actId="1076"/>
          <ac:picMkLst>
            <pc:docMk/>
            <pc:sldMk cId="2291883172" sldId="283"/>
            <ac:picMk id="7" creationId="{D28F53D7-F14F-F969-C1A0-1862270E2E1E}"/>
          </ac:picMkLst>
        </pc:picChg>
        <pc:picChg chg="add mod">
          <ac:chgData name="Rita Margarida Felgueiras de Sousa Cruz" userId="ce6eaf51-bc2e-467b-aba5-fb0560636c37" providerId="ADAL" clId="{6E4E759F-803C-4F4E-82A0-485C4156F3D5}" dt="2025-10-20T20:23:38.016" v="1283" actId="1076"/>
          <ac:picMkLst>
            <pc:docMk/>
            <pc:sldMk cId="2291883172" sldId="283"/>
            <ac:picMk id="9" creationId="{64A5A881-BA86-A4FA-93BF-CAD6F6EFE468}"/>
          </ac:picMkLst>
        </pc:picChg>
        <pc:picChg chg="add mod modCrop">
          <ac:chgData name="Rita Margarida Felgueiras de Sousa Cruz" userId="ce6eaf51-bc2e-467b-aba5-fb0560636c37" providerId="ADAL" clId="{6E4E759F-803C-4F4E-82A0-485C4156F3D5}" dt="2025-10-20T20:25:12.748" v="1298" actId="14100"/>
          <ac:picMkLst>
            <pc:docMk/>
            <pc:sldMk cId="2291883172" sldId="283"/>
            <ac:picMk id="11" creationId="{0C4BD750-FA8D-EFF0-41CD-263F38EE9020}"/>
          </ac:picMkLst>
        </pc:picChg>
        <pc:picChg chg="add mod">
          <ac:chgData name="Rita Margarida Felgueiras de Sousa Cruz" userId="ce6eaf51-bc2e-467b-aba5-fb0560636c37" providerId="ADAL" clId="{6E4E759F-803C-4F4E-82A0-485C4156F3D5}" dt="2025-10-20T20:26:18.988" v="1311" actId="1076"/>
          <ac:picMkLst>
            <pc:docMk/>
            <pc:sldMk cId="2291883172" sldId="283"/>
            <ac:picMk id="15" creationId="{D72587C1-D052-093D-295E-691EC98F7E2B}"/>
          </ac:picMkLst>
        </pc:picChg>
        <pc:picChg chg="add mod">
          <ac:chgData name="Rita Margarida Felgueiras de Sousa Cruz" userId="ce6eaf51-bc2e-467b-aba5-fb0560636c37" providerId="ADAL" clId="{6E4E759F-803C-4F4E-82A0-485C4156F3D5}" dt="2025-10-20T20:27:12.815" v="1321" actId="14100"/>
          <ac:picMkLst>
            <pc:docMk/>
            <pc:sldMk cId="2291883172" sldId="283"/>
            <ac:picMk id="17" creationId="{E60176EE-F0AD-4D89-00E8-F0F55F9FEBAF}"/>
          </ac:picMkLst>
        </pc:picChg>
        <pc:picChg chg="add mod modCrop">
          <ac:chgData name="Rita Margarida Felgueiras de Sousa Cruz" userId="ce6eaf51-bc2e-467b-aba5-fb0560636c37" providerId="ADAL" clId="{6E4E759F-803C-4F4E-82A0-485C4156F3D5}" dt="2025-10-20T20:29:41.596" v="1328" actId="1076"/>
          <ac:picMkLst>
            <pc:docMk/>
            <pc:sldMk cId="2291883172" sldId="283"/>
            <ac:picMk id="20" creationId="{453236FA-07EF-E24B-69D3-4EF3158103D6}"/>
          </ac:picMkLst>
        </pc:picChg>
        <pc:picChg chg="add mod">
          <ac:chgData name="Rita Margarida Felgueiras de Sousa Cruz" userId="ce6eaf51-bc2e-467b-aba5-fb0560636c37" providerId="ADAL" clId="{6E4E759F-803C-4F4E-82A0-485C4156F3D5}" dt="2025-10-20T20:29:55.140" v="1332" actId="1076"/>
          <ac:picMkLst>
            <pc:docMk/>
            <pc:sldMk cId="2291883172" sldId="283"/>
            <ac:picMk id="22" creationId="{BC26F693-F670-C448-22AE-0F13B8AF1ECB}"/>
          </ac:picMkLst>
        </pc:picChg>
      </pc:sldChg>
      <pc:sldChg chg="addSp delSp modSp add mod">
        <pc:chgData name="Rita Margarida Felgueiras de Sousa Cruz" userId="ce6eaf51-bc2e-467b-aba5-fb0560636c37" providerId="ADAL" clId="{6E4E759F-803C-4F4E-82A0-485C4156F3D5}" dt="2025-10-20T20:33:40.348" v="1392" actId="1076"/>
        <pc:sldMkLst>
          <pc:docMk/>
          <pc:sldMk cId="2534802129" sldId="284"/>
        </pc:sldMkLst>
        <pc:spChg chg="mod">
          <ac:chgData name="Rita Margarida Felgueiras de Sousa Cruz" userId="ce6eaf51-bc2e-467b-aba5-fb0560636c37" providerId="ADAL" clId="{6E4E759F-803C-4F4E-82A0-485C4156F3D5}" dt="2025-10-20T20:30:51.984" v="1343" actId="20577"/>
          <ac:spMkLst>
            <pc:docMk/>
            <pc:sldMk cId="2534802129" sldId="284"/>
            <ac:spMk id="4" creationId="{F2FA8D54-C198-AF1D-C995-57BEB237D0C1}"/>
          </ac:spMkLst>
        </pc:spChg>
        <pc:spChg chg="del">
          <ac:chgData name="Rita Margarida Felgueiras de Sousa Cruz" userId="ce6eaf51-bc2e-467b-aba5-fb0560636c37" providerId="ADAL" clId="{6E4E759F-803C-4F4E-82A0-485C4156F3D5}" dt="2025-10-20T20:30:54.562" v="1344" actId="478"/>
          <ac:spMkLst>
            <pc:docMk/>
            <pc:sldMk cId="2534802129" sldId="284"/>
            <ac:spMk id="5" creationId="{0579F674-FC7F-7F6D-F8D7-6BAE1C73E610}"/>
          </ac:spMkLst>
        </pc:spChg>
        <pc:spChg chg="add mod">
          <ac:chgData name="Rita Margarida Felgueiras de Sousa Cruz" userId="ce6eaf51-bc2e-467b-aba5-fb0560636c37" providerId="ADAL" clId="{6E4E759F-803C-4F4E-82A0-485C4156F3D5}" dt="2025-10-20T20:32:20.831" v="1371" actId="404"/>
          <ac:spMkLst>
            <pc:docMk/>
            <pc:sldMk cId="2534802129" sldId="284"/>
            <ac:spMk id="8" creationId="{7C61FF2F-FBF2-9E01-9AFB-CD9DFD863731}"/>
          </ac:spMkLst>
        </pc:spChg>
        <pc:spChg chg="del">
          <ac:chgData name="Rita Margarida Felgueiras de Sousa Cruz" userId="ce6eaf51-bc2e-467b-aba5-fb0560636c37" providerId="ADAL" clId="{6E4E759F-803C-4F4E-82A0-485C4156F3D5}" dt="2025-10-20T20:31:15.153" v="1348" actId="478"/>
          <ac:spMkLst>
            <pc:docMk/>
            <pc:sldMk cId="2534802129" sldId="284"/>
            <ac:spMk id="12" creationId="{EFF3A6AD-24B6-B953-4749-1FB973A27E8F}"/>
          </ac:spMkLst>
        </pc:spChg>
        <pc:spChg chg="del">
          <ac:chgData name="Rita Margarida Felgueiras de Sousa Cruz" userId="ce6eaf51-bc2e-467b-aba5-fb0560636c37" providerId="ADAL" clId="{6E4E759F-803C-4F4E-82A0-485C4156F3D5}" dt="2025-10-20T20:31:18.298" v="1350" actId="478"/>
          <ac:spMkLst>
            <pc:docMk/>
            <pc:sldMk cId="2534802129" sldId="284"/>
            <ac:spMk id="13" creationId="{F572161A-01A5-CF49-689C-1AA102263889}"/>
          </ac:spMkLst>
        </pc:spChg>
        <pc:spChg chg="del">
          <ac:chgData name="Rita Margarida Felgueiras de Sousa Cruz" userId="ce6eaf51-bc2e-467b-aba5-fb0560636c37" providerId="ADAL" clId="{6E4E759F-803C-4F4E-82A0-485C4156F3D5}" dt="2025-10-20T20:31:21.248" v="1352" actId="478"/>
          <ac:spMkLst>
            <pc:docMk/>
            <pc:sldMk cId="2534802129" sldId="284"/>
            <ac:spMk id="18" creationId="{746F3A86-94F5-1198-CE0F-77771EAAA3AE}"/>
          </ac:spMkLst>
        </pc:spChg>
        <pc:picChg chg="add mod">
          <ac:chgData name="Rita Margarida Felgueiras de Sousa Cruz" userId="ce6eaf51-bc2e-467b-aba5-fb0560636c37" providerId="ADAL" clId="{6E4E759F-803C-4F4E-82A0-485C4156F3D5}" dt="2025-10-20T20:31:38.933" v="1357" actId="1076"/>
          <ac:picMkLst>
            <pc:docMk/>
            <pc:sldMk cId="2534802129" sldId="284"/>
            <ac:picMk id="6" creationId="{F14DFC83-5350-69FF-65A6-B8F4C429F279}"/>
          </ac:picMkLst>
        </pc:picChg>
        <pc:picChg chg="del">
          <ac:chgData name="Rita Margarida Felgueiras de Sousa Cruz" userId="ce6eaf51-bc2e-467b-aba5-fb0560636c37" providerId="ADAL" clId="{6E4E759F-803C-4F4E-82A0-485C4156F3D5}" dt="2025-10-20T20:31:11.880" v="1347" actId="478"/>
          <ac:picMkLst>
            <pc:docMk/>
            <pc:sldMk cId="2534802129" sldId="284"/>
            <ac:picMk id="9" creationId="{FE5EB969-6450-D678-1F98-1E0DF4C54377}"/>
          </ac:picMkLst>
        </pc:picChg>
        <pc:picChg chg="del">
          <ac:chgData name="Rita Margarida Felgueiras de Sousa Cruz" userId="ce6eaf51-bc2e-467b-aba5-fb0560636c37" providerId="ADAL" clId="{6E4E759F-803C-4F4E-82A0-485C4156F3D5}" dt="2025-10-20T20:31:16.028" v="1349" actId="478"/>
          <ac:picMkLst>
            <pc:docMk/>
            <pc:sldMk cId="2534802129" sldId="284"/>
            <ac:picMk id="11" creationId="{8335E533-FECC-1718-7B99-FCD41B5526CF}"/>
          </ac:picMkLst>
        </pc:picChg>
        <pc:picChg chg="add mod">
          <ac:chgData name="Rita Margarida Felgueiras de Sousa Cruz" userId="ce6eaf51-bc2e-467b-aba5-fb0560636c37" providerId="ADAL" clId="{6E4E759F-803C-4F4E-82A0-485C4156F3D5}" dt="2025-10-20T20:32:34.306" v="1373" actId="1076"/>
          <ac:picMkLst>
            <pc:docMk/>
            <pc:sldMk cId="2534802129" sldId="284"/>
            <ac:picMk id="14" creationId="{8BAFADE5-949C-11C9-F22A-D082266E3AA8}"/>
          </ac:picMkLst>
        </pc:picChg>
        <pc:picChg chg="del">
          <ac:chgData name="Rita Margarida Felgueiras de Sousa Cruz" userId="ce6eaf51-bc2e-467b-aba5-fb0560636c37" providerId="ADAL" clId="{6E4E759F-803C-4F4E-82A0-485C4156F3D5}" dt="2025-10-20T20:31:19.457" v="1351" actId="478"/>
          <ac:picMkLst>
            <pc:docMk/>
            <pc:sldMk cId="2534802129" sldId="284"/>
            <ac:picMk id="15" creationId="{230E50CC-3812-89BF-4149-80A3E0FED1DA}"/>
          </ac:picMkLst>
        </pc:picChg>
        <pc:picChg chg="del">
          <ac:chgData name="Rita Margarida Felgueiras de Sousa Cruz" userId="ce6eaf51-bc2e-467b-aba5-fb0560636c37" providerId="ADAL" clId="{6E4E759F-803C-4F4E-82A0-485C4156F3D5}" dt="2025-10-20T20:31:23.982" v="1355" actId="478"/>
          <ac:picMkLst>
            <pc:docMk/>
            <pc:sldMk cId="2534802129" sldId="284"/>
            <ac:picMk id="17" creationId="{2B058B01-B354-736E-C95A-2911EE34E636}"/>
          </ac:picMkLst>
        </pc:picChg>
        <pc:picChg chg="add mod">
          <ac:chgData name="Rita Margarida Felgueiras de Sousa Cruz" userId="ce6eaf51-bc2e-467b-aba5-fb0560636c37" providerId="ADAL" clId="{6E4E759F-803C-4F4E-82A0-485C4156F3D5}" dt="2025-10-20T20:33:36.210" v="1390" actId="1076"/>
          <ac:picMkLst>
            <pc:docMk/>
            <pc:sldMk cId="2534802129" sldId="284"/>
            <ac:picMk id="19" creationId="{B9C3B3E1-0D71-5E6C-F3E2-40FB262AB4A2}"/>
          </ac:picMkLst>
        </pc:picChg>
        <pc:picChg chg="del">
          <ac:chgData name="Rita Margarida Felgueiras de Sousa Cruz" userId="ce6eaf51-bc2e-467b-aba5-fb0560636c37" providerId="ADAL" clId="{6E4E759F-803C-4F4E-82A0-485C4156F3D5}" dt="2025-10-20T20:31:22" v="1353" actId="478"/>
          <ac:picMkLst>
            <pc:docMk/>
            <pc:sldMk cId="2534802129" sldId="284"/>
            <ac:picMk id="20" creationId="{4A33FBEF-E7C9-A0B1-686F-8935DC42405F}"/>
          </ac:picMkLst>
        </pc:picChg>
        <pc:picChg chg="del">
          <ac:chgData name="Rita Margarida Felgueiras de Sousa Cruz" userId="ce6eaf51-bc2e-467b-aba5-fb0560636c37" providerId="ADAL" clId="{6E4E759F-803C-4F4E-82A0-485C4156F3D5}" dt="2025-10-20T20:31:23.168" v="1354" actId="478"/>
          <ac:picMkLst>
            <pc:docMk/>
            <pc:sldMk cId="2534802129" sldId="284"/>
            <ac:picMk id="22" creationId="{EE57732C-3DAD-9B35-F764-5D90FB450745}"/>
          </ac:picMkLst>
        </pc:picChg>
        <pc:picChg chg="add mod">
          <ac:chgData name="Rita Margarida Felgueiras de Sousa Cruz" userId="ce6eaf51-bc2e-467b-aba5-fb0560636c37" providerId="ADAL" clId="{6E4E759F-803C-4F4E-82A0-485C4156F3D5}" dt="2025-10-20T20:33:38.454" v="1391" actId="1076"/>
          <ac:picMkLst>
            <pc:docMk/>
            <pc:sldMk cId="2534802129" sldId="284"/>
            <ac:picMk id="23" creationId="{4EFAB648-36BF-7B5C-4157-924253CEF2A5}"/>
          </ac:picMkLst>
        </pc:picChg>
        <pc:picChg chg="add mod">
          <ac:chgData name="Rita Margarida Felgueiras de Sousa Cruz" userId="ce6eaf51-bc2e-467b-aba5-fb0560636c37" providerId="ADAL" clId="{6E4E759F-803C-4F4E-82A0-485C4156F3D5}" dt="2025-10-20T20:33:40.348" v="1392" actId="1076"/>
          <ac:picMkLst>
            <pc:docMk/>
            <pc:sldMk cId="2534802129" sldId="284"/>
            <ac:picMk id="25" creationId="{0CABD742-6258-9712-2846-3BB03C5A8F09}"/>
          </ac:picMkLst>
        </pc:picChg>
      </pc:sldChg>
      <pc:sldChg chg="addSp delSp modSp add mod">
        <pc:chgData name="Rita Margarida Felgueiras de Sousa Cruz" userId="ce6eaf51-bc2e-467b-aba5-fb0560636c37" providerId="ADAL" clId="{6E4E759F-803C-4F4E-82A0-485C4156F3D5}" dt="2025-10-20T20:39:13.123" v="1542" actId="1076"/>
        <pc:sldMkLst>
          <pc:docMk/>
          <pc:sldMk cId="69454037" sldId="285"/>
        </pc:sldMkLst>
        <pc:spChg chg="mod">
          <ac:chgData name="Rita Margarida Felgueiras de Sousa Cruz" userId="ce6eaf51-bc2e-467b-aba5-fb0560636c37" providerId="ADAL" clId="{6E4E759F-803C-4F4E-82A0-485C4156F3D5}" dt="2025-10-20T20:33:55.105" v="1404" actId="20577"/>
          <ac:spMkLst>
            <pc:docMk/>
            <pc:sldMk cId="69454037" sldId="285"/>
            <ac:spMk id="4" creationId="{31DFA09D-B01F-CA4E-FD95-58B3EA72ACAC}"/>
          </ac:spMkLst>
        </pc:spChg>
        <pc:spChg chg="del">
          <ac:chgData name="Rita Margarida Felgueiras de Sousa Cruz" userId="ce6eaf51-bc2e-467b-aba5-fb0560636c37" providerId="ADAL" clId="{6E4E759F-803C-4F4E-82A0-485C4156F3D5}" dt="2025-10-20T20:34:04.218" v="1406" actId="478"/>
          <ac:spMkLst>
            <pc:docMk/>
            <pc:sldMk cId="69454037" sldId="285"/>
            <ac:spMk id="8" creationId="{6DDADB37-0A3B-6C26-BA77-EEC91743299B}"/>
          </ac:spMkLst>
        </pc:spChg>
        <pc:spChg chg="add mod">
          <ac:chgData name="Rita Margarida Felgueiras de Sousa Cruz" userId="ce6eaf51-bc2e-467b-aba5-fb0560636c37" providerId="ADAL" clId="{6E4E759F-803C-4F4E-82A0-485C4156F3D5}" dt="2025-10-20T20:38:54.016" v="1537" actId="20577"/>
          <ac:spMkLst>
            <pc:docMk/>
            <pc:sldMk cId="69454037" sldId="285"/>
            <ac:spMk id="9" creationId="{FD50EB9E-30AC-5DF4-3015-2FDDD2DA6BB4}"/>
          </ac:spMkLst>
        </pc:spChg>
        <pc:picChg chg="add mod">
          <ac:chgData name="Rita Margarida Felgueiras de Sousa Cruz" userId="ce6eaf51-bc2e-467b-aba5-fb0560636c37" providerId="ADAL" clId="{6E4E759F-803C-4F4E-82A0-485C4156F3D5}" dt="2025-10-20T20:34:45.688" v="1421" actId="1076"/>
          <ac:picMkLst>
            <pc:docMk/>
            <pc:sldMk cId="69454037" sldId="285"/>
            <ac:picMk id="5" creationId="{BB5F254D-07D2-0F5D-5876-2BB353268B2D}"/>
          </ac:picMkLst>
        </pc:picChg>
        <pc:picChg chg="del">
          <ac:chgData name="Rita Margarida Felgueiras de Sousa Cruz" userId="ce6eaf51-bc2e-467b-aba5-fb0560636c37" providerId="ADAL" clId="{6E4E759F-803C-4F4E-82A0-485C4156F3D5}" dt="2025-10-20T20:34:01.832" v="1405" actId="478"/>
          <ac:picMkLst>
            <pc:docMk/>
            <pc:sldMk cId="69454037" sldId="285"/>
            <ac:picMk id="6" creationId="{895869D1-115B-0985-E682-9F7C1532E4F2}"/>
          </ac:picMkLst>
        </pc:picChg>
        <pc:picChg chg="mod">
          <ac:chgData name="Rita Margarida Felgueiras de Sousa Cruz" userId="ce6eaf51-bc2e-467b-aba5-fb0560636c37" providerId="ADAL" clId="{6E4E759F-803C-4F4E-82A0-485C4156F3D5}" dt="2025-10-20T20:34:43.424" v="1420" actId="1076"/>
          <ac:picMkLst>
            <pc:docMk/>
            <pc:sldMk cId="69454037" sldId="285"/>
            <ac:picMk id="7" creationId="{03CDF9AC-03ED-B2A8-7D6B-9FF7CAF1289E}"/>
          </ac:picMkLst>
        </pc:picChg>
        <pc:picChg chg="add mod">
          <ac:chgData name="Rita Margarida Felgueiras de Sousa Cruz" userId="ce6eaf51-bc2e-467b-aba5-fb0560636c37" providerId="ADAL" clId="{6E4E759F-803C-4F4E-82A0-485C4156F3D5}" dt="2025-10-20T20:39:13.123" v="1542" actId="1076"/>
          <ac:picMkLst>
            <pc:docMk/>
            <pc:sldMk cId="69454037" sldId="285"/>
            <ac:picMk id="11" creationId="{55FEB788-FCD6-71BF-2F08-7E5469B1FEF1}"/>
          </ac:picMkLst>
        </pc:picChg>
        <pc:picChg chg="del">
          <ac:chgData name="Rita Margarida Felgueiras de Sousa Cruz" userId="ce6eaf51-bc2e-467b-aba5-fb0560636c37" providerId="ADAL" clId="{6E4E759F-803C-4F4E-82A0-485C4156F3D5}" dt="2025-10-20T20:34:05.151" v="1407" actId="478"/>
          <ac:picMkLst>
            <pc:docMk/>
            <pc:sldMk cId="69454037" sldId="285"/>
            <ac:picMk id="14" creationId="{0B5B925A-F6CE-4AEC-A3D5-2803C3B93658}"/>
          </ac:picMkLst>
        </pc:picChg>
        <pc:picChg chg="del">
          <ac:chgData name="Rita Margarida Felgueiras de Sousa Cruz" userId="ce6eaf51-bc2e-467b-aba5-fb0560636c37" providerId="ADAL" clId="{6E4E759F-803C-4F4E-82A0-485C4156F3D5}" dt="2025-10-20T20:34:08.336" v="1410" actId="478"/>
          <ac:picMkLst>
            <pc:docMk/>
            <pc:sldMk cId="69454037" sldId="285"/>
            <ac:picMk id="19" creationId="{12BE297F-EAA4-AB98-C993-121FDC16E9AB}"/>
          </ac:picMkLst>
        </pc:picChg>
        <pc:picChg chg="del">
          <ac:chgData name="Rita Margarida Felgueiras de Sousa Cruz" userId="ce6eaf51-bc2e-467b-aba5-fb0560636c37" providerId="ADAL" clId="{6E4E759F-803C-4F4E-82A0-485C4156F3D5}" dt="2025-10-20T20:34:06.029" v="1408" actId="478"/>
          <ac:picMkLst>
            <pc:docMk/>
            <pc:sldMk cId="69454037" sldId="285"/>
            <ac:picMk id="23" creationId="{0E875F0C-A0E9-DD06-EAD2-1E83DACC46AD}"/>
          </ac:picMkLst>
        </pc:picChg>
        <pc:picChg chg="del">
          <ac:chgData name="Rita Margarida Felgueiras de Sousa Cruz" userId="ce6eaf51-bc2e-467b-aba5-fb0560636c37" providerId="ADAL" clId="{6E4E759F-803C-4F4E-82A0-485C4156F3D5}" dt="2025-10-20T20:34:07.392" v="1409" actId="478"/>
          <ac:picMkLst>
            <pc:docMk/>
            <pc:sldMk cId="69454037" sldId="285"/>
            <ac:picMk id="25" creationId="{0E90DB8B-BD30-5E17-3CF8-F1EA162C6C5F}"/>
          </ac:picMkLst>
        </pc:picChg>
      </pc:sldChg>
      <pc:sldChg chg="modSp new del mod">
        <pc:chgData name="Rita Margarida Felgueiras de Sousa Cruz" userId="ce6eaf51-bc2e-467b-aba5-fb0560636c37" providerId="ADAL" clId="{6E4E759F-803C-4F4E-82A0-485C4156F3D5}" dt="2025-10-20T20:40:57.945" v="1577" actId="47"/>
        <pc:sldMkLst>
          <pc:docMk/>
          <pc:sldMk cId="649607160" sldId="286"/>
        </pc:sldMkLst>
        <pc:spChg chg="mod">
          <ac:chgData name="Rita Margarida Felgueiras de Sousa Cruz" userId="ce6eaf51-bc2e-467b-aba5-fb0560636c37" providerId="ADAL" clId="{6E4E759F-803C-4F4E-82A0-485C4156F3D5}" dt="2025-10-20T20:40:13.513" v="1576" actId="20577"/>
          <ac:spMkLst>
            <pc:docMk/>
            <pc:sldMk cId="649607160" sldId="286"/>
            <ac:spMk id="2" creationId="{9AC2E083-5E61-079F-9B84-4C3EF9C729E1}"/>
          </ac:spMkLst>
        </pc:spChg>
      </pc:sldChg>
      <pc:sldChg chg="modSp add mod ord">
        <pc:chgData name="Rita Margarida Felgueiras de Sousa Cruz" userId="ce6eaf51-bc2e-467b-aba5-fb0560636c37" providerId="ADAL" clId="{6E4E759F-803C-4F4E-82A0-485C4156F3D5}" dt="2025-10-20T20:41:14.787" v="1592" actId="20577"/>
        <pc:sldMkLst>
          <pc:docMk/>
          <pc:sldMk cId="2945106866" sldId="286"/>
        </pc:sldMkLst>
        <pc:spChg chg="mod">
          <ac:chgData name="Rita Margarida Felgueiras de Sousa Cruz" userId="ce6eaf51-bc2e-467b-aba5-fb0560636c37" providerId="ADAL" clId="{6E4E759F-803C-4F4E-82A0-485C4156F3D5}" dt="2025-10-20T20:41:14.787" v="1592" actId="20577"/>
          <ac:spMkLst>
            <pc:docMk/>
            <pc:sldMk cId="2945106866" sldId="286"/>
            <ac:spMk id="3" creationId="{F9275A6B-3966-51FB-92C6-7494C703B89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B928736-AA0B-442D-A1AF-8261F7034BF9}" type="datetime1">
              <a:rPr lang="pt-PT" smtClean="0"/>
              <a:t>20/10/2025</a:t>
            </a:fld>
            <a:endParaRPr lang="en-US" dirty="0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D92CB86-0DB9-4A70-B1CF-B23508471F6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5764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D4F8076-E201-4AD9-9292-9CDC6E4C499D}" type="datetime1">
              <a:rPr lang="pt-PT" smtClean="0"/>
              <a:t>20/10/2025</a:t>
            </a:fld>
            <a:endParaRPr lang="en-US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pt"/>
              <a:t>Clique para editar os Estilos de texto do modelo global</a:t>
            </a:r>
            <a:endParaRPr lang="en-US"/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2B151B-D7D1-48E5-8230-5AADBC794F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927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pt" dirty="0"/>
              <a:t>Clique para editar o estilo do título do Modelo Global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3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pt-PT"/>
              <a:t>Clique para editar o estilo de subtítulo do Modelo Global</a:t>
            </a:r>
            <a:endParaRPr lang="en-US" dirty="0"/>
          </a:p>
        </p:txBody>
      </p:sp>
      <p:cxnSp>
        <p:nvCxnSpPr>
          <p:cNvPr id="9" name="Conexão Reta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CED0CAB-5C98-4633-8227-766380E8BC6E}" type="datetime1">
              <a:rPr lang="pt-PT" smtClean="0"/>
              <a:t>20/10/2025</a:t>
            </a:fld>
            <a:endParaRPr lang="en-US" dirty="0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pt-pt" dirty="0"/>
              <a:t>Clique para editar o estilo do título do Modelo Global</a:t>
            </a:r>
            <a:endParaRPr lang="en-US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pt-PT"/>
              <a:t>Clique para editar os estilos do texto de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BC3D2EF-A9F1-401A-8C02-1662D96CBA0D}" type="datetime1">
              <a:rPr lang="pt-PT" smtClean="0"/>
              <a:t>20/10/2025</a:t>
            </a:fld>
            <a:endParaRPr lang="en-US" dirty="0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c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pt" dirty="0"/>
              <a:t>Clique para editar o estilo do título do Modelo Global</a:t>
            </a:r>
            <a:endParaRPr lang="en-US" dirty="0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3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PT"/>
              <a:t>Clique para editar os estilos do texto de Modelo Global</a:t>
            </a:r>
          </a:p>
        </p:txBody>
      </p:sp>
      <p:cxnSp>
        <p:nvCxnSpPr>
          <p:cNvPr id="9" name="Conexão Reta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7582FB0-8268-4450-AEFB-7C755E727544}" type="datetime1">
              <a:rPr lang="pt-PT" smtClean="0"/>
              <a:t>20/10/2025</a:t>
            </a:fld>
            <a:endParaRPr lang="en-US" dirty="0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Marcador de Posição do Número do Diapositivo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 hasCustomPrompt="1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pt-pt" dirty="0"/>
              <a:t>Clique para editar o estilo do título do Modelo Global</a:t>
            </a:r>
            <a:endParaRPr lang="en-US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 hasCustomPrompt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>
            <a:lvl1pPr>
              <a:defRPr/>
            </a:lvl1pPr>
          </a:lstStyle>
          <a:p>
            <a:pPr lvl="0" rtl="0"/>
            <a:r>
              <a:rPr lang="pt-pt" dirty="0"/>
              <a:t>Clique para editar os Estilos de texto do modelo global</a:t>
            </a:r>
          </a:p>
          <a:p>
            <a:pPr lvl="1" rtl="0"/>
            <a:r>
              <a:rPr lang="pt-pt" dirty="0"/>
              <a:t>Segundo nível</a:t>
            </a:r>
          </a:p>
          <a:p>
            <a:pPr lvl="2" rtl="0"/>
            <a:r>
              <a:rPr lang="pt-pt" dirty="0"/>
              <a:t>Terceiro nível</a:t>
            </a:r>
          </a:p>
          <a:p>
            <a:pPr lvl="3" rtl="0"/>
            <a:r>
              <a:rPr lang="pt-pt" dirty="0"/>
              <a:t>Quarto nível</a:t>
            </a:r>
          </a:p>
          <a:p>
            <a:pPr lvl="4" rtl="0"/>
            <a:r>
              <a:rPr lang="pt-pt" dirty="0"/>
              <a:t>Quinto nível</a:t>
            </a:r>
            <a:endParaRPr lang="en-US" dirty="0"/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 hasCustomPrompt="1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>
            <a:lvl1pPr>
              <a:defRPr/>
            </a:lvl1pPr>
          </a:lstStyle>
          <a:p>
            <a:pPr lvl="0" rtl="0"/>
            <a:r>
              <a:rPr lang="pt-pt" dirty="0"/>
              <a:t>Clique para editar os Estilos de texto do modelo global</a:t>
            </a:r>
          </a:p>
          <a:p>
            <a:pPr lvl="1" rtl="0"/>
            <a:r>
              <a:rPr lang="pt-pt" dirty="0"/>
              <a:t>Segundo nível</a:t>
            </a:r>
          </a:p>
          <a:p>
            <a:pPr lvl="2" rtl="0"/>
            <a:r>
              <a:rPr lang="pt-pt" dirty="0"/>
              <a:t>Terceiro nível</a:t>
            </a:r>
          </a:p>
          <a:p>
            <a:pPr lvl="3" rtl="0"/>
            <a:r>
              <a:rPr lang="pt-pt" dirty="0"/>
              <a:t>Quarto nível</a:t>
            </a:r>
          </a:p>
          <a:p>
            <a:pPr lvl="4" rtl="0"/>
            <a:r>
              <a:rPr lang="pt-pt" dirty="0"/>
              <a:t>Quinto nível</a:t>
            </a:r>
            <a:endParaRPr lang="en-US" dirty="0"/>
          </a:p>
        </p:txBody>
      </p:sp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6E0A07F-0364-433A-B636-12526FBF2765}" type="datetime1">
              <a:rPr lang="pt-PT" smtClean="0"/>
              <a:t>20/10/2025</a:t>
            </a:fld>
            <a:endParaRPr lang="en-US" dirty="0"/>
          </a:p>
        </p:txBody>
      </p:sp>
      <p:sp>
        <p:nvSpPr>
          <p:cNvPr id="9" name="Marcador de Posição do Rodapé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Marcador de Posição do Número do Diapositivo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 hasCustomPrompt="1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pt-pt" dirty="0"/>
              <a:t>Clique para editar o estilo do título do Modelo Global</a:t>
            </a:r>
            <a:endParaRPr lang="en-US" dirty="0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 hasCustomPrompt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pt" dirty="0"/>
              <a:t>Clique para editar os estilos de texto do Modelo Global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 hasCustomPrompt="1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>
            <a:lvl1pPr>
              <a:defRPr/>
            </a:lvl1pPr>
          </a:lstStyle>
          <a:p>
            <a:pPr lvl="0" rtl="0"/>
            <a:r>
              <a:rPr lang="pt-pt" dirty="0"/>
              <a:t>Clique para editar os Estilos de texto do modelo global</a:t>
            </a:r>
          </a:p>
          <a:p>
            <a:pPr lvl="1" rtl="0"/>
            <a:r>
              <a:rPr lang="pt-pt" dirty="0"/>
              <a:t>Segundo nível</a:t>
            </a:r>
          </a:p>
          <a:p>
            <a:pPr lvl="2" rtl="0"/>
            <a:r>
              <a:rPr lang="pt-pt" dirty="0"/>
              <a:t>Terceiro nível</a:t>
            </a:r>
          </a:p>
          <a:p>
            <a:pPr lvl="3" rtl="0"/>
            <a:r>
              <a:rPr lang="pt-pt" dirty="0"/>
              <a:t>Quarto nível</a:t>
            </a:r>
          </a:p>
          <a:p>
            <a:pPr lvl="4" rtl="0"/>
            <a:r>
              <a:rPr lang="pt-pt" dirty="0"/>
              <a:t>Quinto nível</a:t>
            </a:r>
            <a:endParaRPr lang="en-US" dirty="0"/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pt" dirty="0"/>
              <a:t>Clique para editar os estilos de texto do Modelo Global</a:t>
            </a:r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 hasCustomPrompt="1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>
            <a:lvl1pPr>
              <a:defRPr/>
            </a:lvl1pPr>
          </a:lstStyle>
          <a:p>
            <a:pPr lvl="0" rtl="0"/>
            <a:r>
              <a:rPr lang="pt-pt" dirty="0"/>
              <a:t>Clique para editar os estilos de texto do Modelo Global</a:t>
            </a:r>
          </a:p>
          <a:p>
            <a:pPr lvl="1" rtl="0"/>
            <a:r>
              <a:rPr lang="pt-pt" dirty="0"/>
              <a:t>Segundo nível</a:t>
            </a:r>
          </a:p>
          <a:p>
            <a:pPr lvl="2" rtl="0"/>
            <a:r>
              <a:rPr lang="pt-pt" dirty="0"/>
              <a:t>Terceiro nível</a:t>
            </a:r>
          </a:p>
          <a:p>
            <a:pPr lvl="3" rtl="0"/>
            <a:r>
              <a:rPr lang="pt-pt" dirty="0"/>
              <a:t>Quarto nível</a:t>
            </a:r>
          </a:p>
          <a:p>
            <a:pPr lvl="4" rtl="0"/>
            <a:r>
              <a:rPr lang="pt-pt" dirty="0"/>
              <a:t>Quinto nível</a:t>
            </a:r>
            <a:endParaRPr lang="en-US" dirty="0"/>
          </a:p>
        </p:txBody>
      </p:sp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25BCC9B-3D00-4038-B827-05429894F1D1}" type="datetime1">
              <a:rPr lang="pt-PT" smtClean="0"/>
              <a:t>20/10/2025</a:t>
            </a:fld>
            <a:endParaRPr lang="en-US" dirty="0"/>
          </a:p>
        </p:txBody>
      </p:sp>
      <p:sp>
        <p:nvSpPr>
          <p:cNvPr id="11" name="Marcador de Posição do Rodapé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2" name="Marcador de Posição do Número do Diapositivo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pt-pt" dirty="0"/>
              <a:t>Clique para editar o estilo do título do Modelo Global</a:t>
            </a:r>
            <a:endParaRPr lang="en-US" dirty="0"/>
          </a:p>
        </p:txBody>
      </p:sp>
      <p:sp>
        <p:nvSpPr>
          <p:cNvPr id="6" name="Marcador de Posição da Data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E5B8D0D-025A-4217-B697-16EEC070DDC8}" type="datetime1">
              <a:rPr lang="pt-PT" smtClean="0"/>
              <a:t>20/10/2025</a:t>
            </a:fld>
            <a:endParaRPr lang="en-US" dirty="0"/>
          </a:p>
        </p:txBody>
      </p:sp>
      <p:sp>
        <p:nvSpPr>
          <p:cNvPr id="7" name="Marcador de Posição do Rodapé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8" name="Marcador de Posição do Número do Diapositivo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A763092-FB88-4F2E-B7A9-6AD9CA079CD0}" type="datetime1">
              <a:rPr lang="pt-PT" smtClean="0"/>
              <a:t>20/10/2025</a:t>
            </a:fld>
            <a:endParaRPr lang="en-US" dirty="0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pt-PT"/>
              <a:t>Clique para editar os estilos do texto de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pt" dirty="0"/>
              <a:t>Clique para editar os estilos de texto do Modelo Global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E55777FD-C41C-4ED6-9788-E0BDB29FE28C}" type="datetime1">
              <a:rPr lang="pt-PT" smtClean="0"/>
              <a:t>20/10/2025</a:t>
            </a:fld>
            <a:endParaRPr lang="en-US" dirty="0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pPr rtl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Marcador de Posição da Imagem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1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E2C937DC-1FD7-45E0-8375-82F139FBDB0A}" type="datetime1">
              <a:rPr lang="pt-PT" smtClean="0"/>
              <a:t>20/10/2025</a:t>
            </a:fld>
            <a:endParaRPr lang="en-US" dirty="0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pt-pt" dirty="0"/>
              <a:t>Clique para editar o estilo do título do Modelo Global</a:t>
            </a:r>
            <a:endParaRPr lang="en-US" dirty="0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lIns="45720" tIns="0" rIns="45720" bIns="0" rtlCol="0"/>
          <a:lstStyle>
            <a:lvl1pPr>
              <a:defRPr/>
            </a:lvl1pPr>
          </a:lstStyle>
          <a:p>
            <a:pPr lvl="0" rtl="0"/>
            <a:r>
              <a:rPr lang="pt-pt" dirty="0"/>
              <a:t>Clique para editar os Estilos de texto do modelo global</a:t>
            </a:r>
          </a:p>
          <a:p>
            <a:pPr lvl="1" rtl="0"/>
            <a:r>
              <a:rPr lang="pt-pt" dirty="0"/>
              <a:t>Segundo nível</a:t>
            </a:r>
          </a:p>
          <a:p>
            <a:pPr lvl="2" rtl="0"/>
            <a:r>
              <a:rPr lang="pt-pt" dirty="0"/>
              <a:t>Terceiro nível</a:t>
            </a:r>
          </a:p>
          <a:p>
            <a:pPr lvl="3" rtl="0"/>
            <a:r>
              <a:rPr lang="pt-pt" dirty="0"/>
              <a:t>Quarto nível</a:t>
            </a:r>
          </a:p>
          <a:p>
            <a:pPr lvl="4" rtl="0"/>
            <a:r>
              <a:rPr lang="pt-pt" dirty="0"/>
              <a:t>Quinto nível</a:t>
            </a:r>
            <a:endParaRPr lang="en-US" dirty="0"/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222BAA2-AC6B-4746-8053-EDC8606E535A}" type="datetime1">
              <a:rPr lang="pt-PT" smtClean="0"/>
              <a:t>20/10/2025</a:t>
            </a:fld>
            <a:endParaRPr lang="en-US" dirty="0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Vertical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412302"/>
            <a:ext cx="2628900" cy="5759898"/>
          </a:xfrm>
        </p:spPr>
        <p:txBody>
          <a:bodyPr vert="eaVert" rtlCol="0"/>
          <a:lstStyle>
            <a:lvl1pPr>
              <a:defRPr/>
            </a:lvl1pPr>
          </a:lstStyle>
          <a:p>
            <a:pPr rtl="0"/>
            <a:r>
              <a:rPr lang="pt-pt" dirty="0"/>
              <a:t>Clique para editar o estilo do título do Modelo Global</a:t>
            </a:r>
            <a:endParaRPr lang="en-US" dirty="0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 rtlCol="0"/>
          <a:lstStyle/>
          <a:p>
            <a:pPr lvl="0" rtl="0"/>
            <a:r>
              <a:rPr lang="pt-PT"/>
              <a:t>Clique para editar os estilos do texto de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EDC9CF0-46A2-4AC7-9FA2-8EC67FAC0032}" type="datetime1">
              <a:rPr lang="pt-PT" smtClean="0"/>
              <a:t>20/10/2025</a:t>
            </a:fld>
            <a:endParaRPr lang="en-US" dirty="0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Marcador de Posição do Número do Diapositivo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2" name="Marcador de Posição do Título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pt" dirty="0"/>
              <a:t>Clique para editar o estilo do título do Modelo Global</a:t>
            </a:r>
            <a:endParaRPr lang="en-US" dirty="0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pt-pt"/>
              <a:t>Clique para editar os Estilos de texto do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1F5BAF06-A1C3-41CD-B482-A3F55490B9C6}" type="datetime1">
              <a:rPr lang="pt-PT" smtClean="0"/>
              <a:t>20/10/2025</a:t>
            </a:fld>
            <a:endParaRPr lang="en-US" dirty="0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0" name="Conexão Reta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tângulo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cxnSp>
        <p:nvCxnSpPr>
          <p:cNvPr id="24" name="Conexão Reta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m 10">
            <a:extLst>
              <a:ext uri="{FF2B5EF4-FFF2-40B4-BE49-F238E27FC236}">
                <a16:creationId xmlns:a16="http://schemas.microsoft.com/office/drawing/2014/main" id="{D186F1AF-BFDD-6ACB-5EA7-093C99ACA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2329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0DB714-C827-2D04-D3CA-9DB7840F3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Índice 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DAA3C25-A1DD-FBF3-06F5-D2DDD1617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pt-PT" dirty="0"/>
              <a:t>Introdução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dirty="0"/>
              <a:t>Estado da arte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dirty="0"/>
              <a:t>Descrição do mecanismo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dirty="0"/>
              <a:t>Caracterização dos materiais e análise dos esforços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dirty="0"/>
              <a:t>Modelo CAD do protótipo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dirty="0"/>
              <a:t>Análise cinemática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dirty="0"/>
              <a:t>Conclusões</a:t>
            </a:r>
          </a:p>
          <a:p>
            <a:pPr marL="0" indent="0">
              <a:buNone/>
            </a:pPr>
            <a:endParaRPr lang="pt-PT" dirty="0"/>
          </a:p>
          <a:p>
            <a:pPr marL="0" indent="0">
              <a:buNone/>
            </a:pPr>
            <a:endParaRPr lang="pt-PT" dirty="0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4F4B73A-5F3B-FC22-C38A-9E44CCEE7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BC3D2EF-A9F1-401A-8C02-1662D96CBA0D}" type="datetime1">
              <a:rPr lang="pt-PT" smtClean="0"/>
              <a:t>20/10/2025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0050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1">
            <a:extLst>
              <a:ext uri="{FF2B5EF4-FFF2-40B4-BE49-F238E27FC236}">
                <a16:creationId xmlns:a16="http://schemas.microsoft.com/office/drawing/2014/main" id="{10F758AF-E166-588E-383E-C80F46ECB8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5" y="-1"/>
            <a:ext cx="12191985" cy="4580965"/>
          </a:xfrm>
        </p:spPr>
        <p:txBody>
          <a:bodyPr>
            <a:normAutofit/>
          </a:bodyPr>
          <a:lstStyle/>
          <a:p>
            <a:endParaRPr lang="pt-PT" sz="1600" dirty="0"/>
          </a:p>
          <a:p>
            <a:endParaRPr lang="pt-PT" sz="1600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4F8DE7C9-159D-6079-52F3-E31740739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0744" y="2078645"/>
            <a:ext cx="4810511" cy="743682"/>
          </a:xfrm>
        </p:spPr>
        <p:txBody>
          <a:bodyPr/>
          <a:lstStyle/>
          <a:p>
            <a:r>
              <a:rPr lang="pt-PT" sz="6000" b="1" dirty="0">
                <a:solidFill>
                  <a:schemeClr val="tx1"/>
                </a:solidFill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2852815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BF4F8C-B8BE-1CF9-1FC4-532671C5F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Estado de arte 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5A1E546A-0301-C93D-76A4-0BF97EC30E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Origem histórica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7218873B-DA74-0E34-A2A8-00DCCD52676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pt-PT" dirty="0"/>
              <a:t>Durante a </a:t>
            </a:r>
            <a:r>
              <a:rPr lang="pt-PT" b="1" dirty="0"/>
              <a:t>Idade Média</a:t>
            </a:r>
            <a:r>
              <a:rPr lang="pt-PT" dirty="0"/>
              <a:t>, surgiram os primeiros mecanismos com este princípio, como nos </a:t>
            </a:r>
            <a:r>
              <a:rPr lang="pt-PT" b="1" dirty="0"/>
              <a:t>moinhos</a:t>
            </a:r>
            <a:r>
              <a:rPr lang="pt-PT" dirty="0"/>
              <a:t>, onde </a:t>
            </a:r>
            <a:r>
              <a:rPr lang="pt-PT" b="1" dirty="0"/>
              <a:t>cordas ou cintas de couro</a:t>
            </a:r>
            <a:r>
              <a:rPr lang="pt-PT" dirty="0"/>
              <a:t> ligavam a mó a um eixo exterior.</a:t>
            </a:r>
            <a:br>
              <a:rPr lang="pt-PT" dirty="0"/>
            </a:br>
            <a:r>
              <a:rPr lang="pt-PT" dirty="0"/>
              <a:t>Ao acoplar a cinta, o movimento era transmitido; ao desacoplar, era interrompido — princípio semelhante ao das embraiagens atuais.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07AD45C4-888C-1E45-7F84-8A90B97F05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PT" dirty="0"/>
              <a:t>Revolução Industrial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1E6D9A23-F734-6EB4-49AE-08FDC58498F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pt-PT" dirty="0"/>
              <a:t>Com a </a:t>
            </a:r>
            <a:r>
              <a:rPr lang="pt-PT" b="1" dirty="0"/>
              <a:t>Revolução Industrial</a:t>
            </a:r>
            <a:r>
              <a:rPr lang="pt-PT" dirty="0"/>
              <a:t>, o conceito evoluiu.</a:t>
            </a:r>
            <a:br>
              <a:rPr lang="pt-PT" dirty="0"/>
            </a:br>
            <a:r>
              <a:rPr lang="pt-PT" dirty="0"/>
              <a:t>As fábricas utilizavam </a:t>
            </a:r>
            <a:r>
              <a:rPr lang="pt-PT" b="1" dirty="0"/>
              <a:t>máquinas a vapor</a:t>
            </a:r>
            <a:r>
              <a:rPr lang="pt-PT" dirty="0"/>
              <a:t> que moviam eixos centrais ligados a várias máquinas por </a:t>
            </a:r>
            <a:r>
              <a:rPr lang="pt-PT" b="1" dirty="0"/>
              <a:t>correias</a:t>
            </a:r>
            <a:r>
              <a:rPr lang="pt-PT" dirty="0"/>
              <a:t> e </a:t>
            </a:r>
            <a:r>
              <a:rPr lang="pt-PT" b="1" dirty="0"/>
              <a:t>polias</a:t>
            </a:r>
            <a:r>
              <a:rPr lang="pt-PT" dirty="0"/>
              <a:t>.</a:t>
            </a:r>
            <a:br>
              <a:rPr lang="pt-PT" dirty="0"/>
            </a:br>
            <a:r>
              <a:rPr lang="pt-PT" dirty="0"/>
              <a:t>Mover a correia entre a polia motriz e a livre permitia </a:t>
            </a:r>
            <a:r>
              <a:rPr lang="pt-PT" b="1" dirty="0"/>
              <a:t>iniciar ou parar o movimento</a:t>
            </a:r>
            <a:r>
              <a:rPr lang="pt-PT" dirty="0"/>
              <a:t>, sem desligar o motor principal.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F44B2B7A-9E00-B917-338F-3AD7B3EE9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25BCC9B-3D00-4038-B827-05429894F1D1}" type="datetime1">
              <a:rPr lang="pt-PT" smtClean="0"/>
              <a:t>20/10/2025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543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1BFA5-4E2B-7CE1-AF71-86F02ABAE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2497FF-C64A-798B-1218-6EC60F7FC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Estado de arte 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95A9056A-0991-6EC4-70CE-7A6B4BE6A5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pt-PT" dirty="0"/>
              <a:t>Função da Embraiagem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C8A15849-6668-52E7-096F-4D94B037729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pt-PT" dirty="0"/>
              <a:t>A embraiagem tem como principal objetivo </a:t>
            </a:r>
            <a:r>
              <a:rPr lang="pt-PT" b="1" dirty="0"/>
              <a:t>ligar e separar dois eixos</a:t>
            </a:r>
            <a:r>
              <a:rPr lang="pt-PT" dirty="0"/>
              <a:t>, permitindo a transmissão ou interrupção de trabalho mecânico entre eles.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1CA9C900-249C-C171-3700-F7E5B0DB5B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lnSpcReduction="10000"/>
          </a:bodyPr>
          <a:lstStyle/>
          <a:p>
            <a:r>
              <a:rPr lang="pt-PT" dirty="0"/>
              <a:t>Limitações e Evolução para Embraiagem de Cone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8B690440-BEE7-A4CB-0442-92841011EB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944536" cy="3107247"/>
          </a:xfrm>
        </p:spPr>
        <p:txBody>
          <a:bodyPr>
            <a:normAutofit/>
          </a:bodyPr>
          <a:lstStyle/>
          <a:p>
            <a:r>
              <a:rPr lang="pt-PT" dirty="0"/>
              <a:t>Este sistema era limitado — as </a:t>
            </a:r>
            <a:r>
              <a:rPr lang="pt-PT" b="1" dirty="0"/>
              <a:t>correias podiam deslizar ou partir</a:t>
            </a:r>
            <a:r>
              <a:rPr lang="pt-PT" dirty="0"/>
              <a:t> sob binários elevados.</a:t>
            </a:r>
            <a:br>
              <a:rPr lang="pt-PT" dirty="0"/>
            </a:br>
            <a:r>
              <a:rPr lang="pt-PT" dirty="0"/>
              <a:t>Surgiu então a </a:t>
            </a:r>
            <a:r>
              <a:rPr lang="pt-PT" b="1" dirty="0"/>
              <a:t>embraiagem de cone</a:t>
            </a:r>
            <a:r>
              <a:rPr lang="pt-PT" dirty="0"/>
              <a:t>, com </a:t>
            </a:r>
            <a:r>
              <a:rPr lang="pt-PT" b="1" dirty="0"/>
              <a:t>cone macho e cone fêmea</a:t>
            </a:r>
            <a:r>
              <a:rPr lang="pt-PT" dirty="0"/>
              <a:t>, mola de pressão e alavanca, proporcionando maior área de contacto e melhor transmissão de movimento.</a:t>
            </a:r>
            <a:br>
              <a:rPr lang="pt-PT" dirty="0"/>
            </a:br>
            <a:r>
              <a:rPr lang="pt-PT" dirty="0"/>
              <a:t>Contudo, o </a:t>
            </a:r>
            <a:r>
              <a:rPr lang="pt-PT" b="1" dirty="0"/>
              <a:t>desgaste rápido</a:t>
            </a:r>
            <a:r>
              <a:rPr lang="pt-PT" dirty="0"/>
              <a:t> e o </a:t>
            </a:r>
            <a:r>
              <a:rPr lang="pt-PT" b="1" dirty="0"/>
              <a:t>acoplamento brusco</a:t>
            </a:r>
            <a:r>
              <a:rPr lang="pt-PT" dirty="0"/>
              <a:t> reduziram a sua eficiência.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44C2C826-9DE0-D46A-B558-AEFBD2511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25BCC9B-3D00-4038-B827-05429894F1D1}" type="datetime1">
              <a:rPr lang="pt-PT" smtClean="0"/>
              <a:t>20/10/2025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293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707B9-A5C9-FFB0-E857-8A5E00B2B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3DE319-F198-913E-4E5E-BB2DBB136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Estado de arte 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E5235929-35E6-2857-AC4A-C0CE60D4CA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PT" dirty="0"/>
              <a:t>Embraiagem de Disco Seco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44B76B22-3A08-491B-157D-80BDBBECC51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pt-PT" dirty="0"/>
              <a:t>A evolução seguinte foi a </a:t>
            </a:r>
            <a:r>
              <a:rPr lang="pt-PT" b="1" dirty="0"/>
              <a:t>embraiagem de disco seco</a:t>
            </a:r>
            <a:r>
              <a:rPr lang="pt-PT" dirty="0"/>
              <a:t>, usada na maioria dos automóveis manuais.</a:t>
            </a:r>
            <a:br>
              <a:rPr lang="pt-PT" dirty="0"/>
            </a:br>
            <a:r>
              <a:rPr lang="pt-PT" dirty="0"/>
              <a:t>Composta por </a:t>
            </a:r>
            <a:r>
              <a:rPr lang="pt-PT" b="1" dirty="0"/>
              <a:t>disco de fricção, prato de pressão e diafragma</a:t>
            </a:r>
            <a:r>
              <a:rPr lang="pt-PT" dirty="0"/>
              <a:t>, permite interromper ou restabelecer a ligação entre o motor e as rodas.</a:t>
            </a:r>
            <a:br>
              <a:rPr lang="pt-PT" dirty="0"/>
            </a:br>
            <a:r>
              <a:rPr lang="pt-PT" dirty="0"/>
              <a:t>Um </a:t>
            </a:r>
            <a:r>
              <a:rPr lang="pt-PT" b="1" dirty="0"/>
              <a:t>acionamento brusco do pedal</a:t>
            </a:r>
            <a:r>
              <a:rPr lang="pt-PT" dirty="0"/>
              <a:t> provoca acoplamento irregular e “solavancos”.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534945F4-5AA0-5604-910B-305A1A2212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pt-PT" dirty="0"/>
              <a:t>Embraiagem Dupla Moderna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FD002E25-DE03-AFB0-3BD5-8ACF8067E2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944536" cy="3107247"/>
          </a:xfrm>
        </p:spPr>
        <p:txBody>
          <a:bodyPr>
            <a:normAutofit lnSpcReduction="10000"/>
          </a:bodyPr>
          <a:lstStyle/>
          <a:p>
            <a:r>
              <a:rPr lang="pt-PT" dirty="0"/>
              <a:t>A </a:t>
            </a:r>
            <a:r>
              <a:rPr lang="pt-PT" b="1" dirty="0"/>
              <a:t>embraiagem dupla</a:t>
            </a:r>
            <a:r>
              <a:rPr lang="pt-PT" dirty="0"/>
              <a:t> (PDK ou DSG) segue o mesmo princípio, mas com </a:t>
            </a:r>
            <a:r>
              <a:rPr lang="pt-PT" b="1" dirty="0"/>
              <a:t>acionamento eletrónico</a:t>
            </a:r>
            <a:r>
              <a:rPr lang="pt-PT" dirty="0"/>
              <a:t>.</a:t>
            </a:r>
            <a:br>
              <a:rPr lang="pt-PT" dirty="0"/>
            </a:br>
            <a:r>
              <a:rPr lang="pt-PT" dirty="0"/>
              <a:t>Enquanto uma embraiagem está acoplada, a outra </a:t>
            </a:r>
            <a:r>
              <a:rPr lang="pt-PT" b="1" dirty="0"/>
              <a:t>prepara a mudança seguinte</a:t>
            </a:r>
            <a:r>
              <a:rPr lang="pt-PT" dirty="0"/>
              <a:t>, garantindo </a:t>
            </a:r>
            <a:r>
              <a:rPr lang="pt-PT" b="1" dirty="0"/>
              <a:t>transições rápidas, suaves e com menor desgaste</a:t>
            </a:r>
            <a:r>
              <a:rPr lang="pt-PT" dirty="0"/>
              <a:t>.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838DFD35-CE89-10ED-EE0D-A53E7E67D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25BCC9B-3D00-4038-B827-05429894F1D1}" type="datetime1">
              <a:rPr lang="pt-PT" smtClean="0"/>
              <a:t>20/10/2025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151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B3FA60A7-CE4A-36F2-6354-F31E89A3A4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95256" y="877684"/>
            <a:ext cx="3654215" cy="2141293"/>
          </a:xfrm>
        </p:spPr>
        <p:txBody>
          <a:bodyPr>
            <a:normAutofit/>
          </a:bodyPr>
          <a:lstStyle/>
          <a:p>
            <a:r>
              <a:rPr lang="pt-PT" sz="1700" dirty="0"/>
              <a:t>O projeto foca-se no modelo </a:t>
            </a:r>
            <a:r>
              <a:rPr lang="pt-PT" sz="1700" b="1" dirty="0"/>
              <a:t>Pin </a:t>
            </a:r>
            <a:r>
              <a:rPr lang="pt-PT" sz="1700" b="1" dirty="0" err="1"/>
              <a:t>Clutch</a:t>
            </a:r>
            <a:r>
              <a:rPr lang="pt-PT" sz="1700" b="1" dirty="0"/>
              <a:t> (embraiagem de pino)</a:t>
            </a:r>
            <a:r>
              <a:rPr lang="pt-PT" sz="1700" dirty="0"/>
              <a:t>.</a:t>
            </a:r>
            <a:br>
              <a:rPr lang="pt-PT" sz="1700" dirty="0"/>
            </a:br>
            <a:r>
              <a:rPr lang="pt-PT" sz="1700" dirty="0"/>
              <a:t>Este sistema utiliza uma </a:t>
            </a:r>
            <a:r>
              <a:rPr lang="pt-PT" sz="1700" b="1" dirty="0"/>
              <a:t>polia motriz com três ranhuras concêntricas</a:t>
            </a:r>
            <a:r>
              <a:rPr lang="pt-PT" sz="1700" dirty="0"/>
              <a:t>, onde um </a:t>
            </a:r>
            <a:r>
              <a:rPr lang="pt-PT" sz="1700" b="1" dirty="0"/>
              <a:t>pino transmite o movimento</a:t>
            </a:r>
            <a:r>
              <a:rPr lang="pt-PT" sz="1700" dirty="0"/>
              <a:t> entre duas polias ligadas a eixos distintos.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1A4FDF3-9FD5-5397-BA9C-2E20301367FF}"/>
              </a:ext>
            </a:extLst>
          </p:cNvPr>
          <p:cNvSpPr txBox="1"/>
          <p:nvPr/>
        </p:nvSpPr>
        <p:spPr>
          <a:xfrm>
            <a:off x="5476240" y="528320"/>
            <a:ext cx="39773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4000" dirty="0">
                <a:latin typeface="+mj-lt"/>
              </a:rPr>
              <a:t>Estado de arte </a:t>
            </a:r>
          </a:p>
        </p:txBody>
      </p:sp>
      <p:sp>
        <p:nvSpPr>
          <p:cNvPr id="7" name="Marcador de Posição do Texto 3">
            <a:extLst>
              <a:ext uri="{FF2B5EF4-FFF2-40B4-BE49-F238E27FC236}">
                <a16:creationId xmlns:a16="http://schemas.microsoft.com/office/drawing/2014/main" id="{3710C751-A584-30CB-2E4D-AACA1CA4360A}"/>
              </a:ext>
            </a:extLst>
          </p:cNvPr>
          <p:cNvSpPr txBox="1">
            <a:spLocks/>
          </p:cNvSpPr>
          <p:nvPr/>
        </p:nvSpPr>
        <p:spPr>
          <a:xfrm>
            <a:off x="592665" y="3688081"/>
            <a:ext cx="3654215" cy="25196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PT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85EEF7F-945C-B8B8-FFCA-DDB764C42DF8}"/>
              </a:ext>
            </a:extLst>
          </p:cNvPr>
          <p:cNvSpPr txBox="1"/>
          <p:nvPr/>
        </p:nvSpPr>
        <p:spPr>
          <a:xfrm>
            <a:off x="264160" y="3815602"/>
            <a:ext cx="4084320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pt-PT" altLang="pt-PT" sz="1700" b="1" dirty="0">
                <a:solidFill>
                  <a:schemeClr val="bg1"/>
                </a:solidFill>
              </a:rPr>
              <a:t>Em </a:t>
            </a:r>
            <a:r>
              <a:rPr kumimoji="0" lang="pt-PT" altLang="pt-PT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repouso (pedal pressionado)</a:t>
            </a:r>
            <a:r>
              <a:rPr kumimoji="0" lang="pt-PT" altLang="pt-PT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: a </a:t>
            </a:r>
            <a:r>
              <a:rPr kumimoji="0" lang="pt-PT" altLang="pt-PT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mola mantém o pino em contacto</a:t>
            </a:r>
            <a:r>
              <a:rPr kumimoji="0" lang="pt-PT" altLang="pt-PT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, garantindo a transmissão.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Ao </a:t>
            </a:r>
            <a:r>
              <a:rPr kumimoji="0" lang="pt-PT" altLang="pt-PT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libertar o pedal</a:t>
            </a:r>
            <a:r>
              <a:rPr kumimoji="0" lang="pt-PT" altLang="pt-PT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: um </a:t>
            </a:r>
            <a:r>
              <a:rPr kumimoji="0" lang="pt-PT" altLang="pt-PT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braço empurra o pino</a:t>
            </a:r>
            <a:r>
              <a:rPr kumimoji="0" lang="pt-PT" altLang="pt-PT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, comprimindo a mola e </a:t>
            </a:r>
            <a:r>
              <a:rPr kumimoji="0" lang="pt-PT" altLang="pt-PT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interrompendo o movimento</a:t>
            </a:r>
            <a:r>
              <a:rPr kumimoji="0" lang="pt-PT" altLang="pt-PT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Ao </a:t>
            </a:r>
            <a:r>
              <a:rPr kumimoji="0" lang="pt-PT" altLang="pt-PT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pressionar novamente o pedal</a:t>
            </a:r>
            <a:r>
              <a:rPr kumimoji="0" lang="pt-PT" altLang="pt-PT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: o pino </a:t>
            </a:r>
            <a:r>
              <a:rPr kumimoji="0" lang="pt-PT" altLang="pt-PT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volta a encaixar nas ranhuras</a:t>
            </a:r>
            <a:r>
              <a:rPr kumimoji="0" lang="pt-PT" altLang="pt-PT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, restabelecendo a transmissão</a:t>
            </a:r>
          </a:p>
        </p:txBody>
      </p:sp>
      <p:sp>
        <p:nvSpPr>
          <p:cNvPr id="14" name="Marcador de Posição do Texto 2">
            <a:extLst>
              <a:ext uri="{FF2B5EF4-FFF2-40B4-BE49-F238E27FC236}">
                <a16:creationId xmlns:a16="http://schemas.microsoft.com/office/drawing/2014/main" id="{64C07FFC-D8D2-0744-5E28-9795D27C0257}"/>
              </a:ext>
            </a:extLst>
          </p:cNvPr>
          <p:cNvSpPr txBox="1">
            <a:spLocks/>
          </p:cNvSpPr>
          <p:nvPr/>
        </p:nvSpPr>
        <p:spPr>
          <a:xfrm>
            <a:off x="322712" y="268124"/>
            <a:ext cx="3726759" cy="42737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dirty="0">
                <a:solidFill>
                  <a:schemeClr val="bg1"/>
                </a:solidFill>
              </a:rPr>
              <a:t>O MODELO ESTUDADO: PIN CLUTCH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1C568F24-C492-D1D2-9A14-ECCF9413AA07}"/>
              </a:ext>
            </a:extLst>
          </p:cNvPr>
          <p:cNvSpPr txBox="1"/>
          <p:nvPr/>
        </p:nvSpPr>
        <p:spPr>
          <a:xfrm>
            <a:off x="264160" y="3168863"/>
            <a:ext cx="3502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>
                <a:solidFill>
                  <a:schemeClr val="bg1"/>
                </a:solidFill>
              </a:rPr>
              <a:t>FUNCIONAMENTO DO PIN CLUTCH</a:t>
            </a:r>
          </a:p>
        </p:txBody>
      </p:sp>
      <p:pic>
        <p:nvPicPr>
          <p:cNvPr id="16" name="WhatsApp Video 2025-10-17 at 17.45.18">
            <a:hlinkClick r:id="" action="ppaction://media"/>
            <a:extLst>
              <a:ext uri="{FF2B5EF4-FFF2-40B4-BE49-F238E27FC236}">
                <a16:creationId xmlns:a16="http://schemas.microsoft.com/office/drawing/2014/main" id="{63602A1B-85C6-2818-3FF4-BDC3B7693B5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943551" y="1475633"/>
            <a:ext cx="6655784" cy="499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211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199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DFBC2A-B1F6-F883-6987-3016C21E5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Descrição do mecanismo 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B07327C-06B2-989B-CFA7-46BFDD0B7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BC3D2EF-A9F1-401A-8C02-1662D96CBA0D}" type="datetime1">
              <a:rPr lang="pt-PT" smtClean="0"/>
              <a:t>20/10/2025</a:t>
            </a:fld>
            <a:endParaRPr lang="en-US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FEE3D09-B3E9-7B79-C51A-9E85A26C7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558" y="2081876"/>
            <a:ext cx="5967725" cy="4247804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FBBB858B-A013-3E46-667B-4312C5B91BEC}"/>
              </a:ext>
            </a:extLst>
          </p:cNvPr>
          <p:cNvSpPr txBox="1"/>
          <p:nvPr/>
        </p:nvSpPr>
        <p:spPr>
          <a:xfrm>
            <a:off x="6407283" y="2377440"/>
            <a:ext cx="4716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2400" dirty="0"/>
              <a:t>1º</a:t>
            </a:r>
            <a:endParaRPr lang="pt-PT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C01FBC3D-3C99-0919-F5E2-7BDDB401DF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495" b="2716"/>
          <a:stretch>
            <a:fillRect/>
          </a:stretch>
        </p:blipFill>
        <p:spPr>
          <a:xfrm>
            <a:off x="7426959" y="2220175"/>
            <a:ext cx="3539125" cy="3642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094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368CF3-03CF-DA5F-14D1-1A5D68CF4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Descrição do mecanismo 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DEA2A9EA-BEFA-C056-605E-11475AEB4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BC3D2EF-A9F1-401A-8C02-1662D96CBA0D}" type="datetime1">
              <a:rPr lang="pt-PT" smtClean="0"/>
              <a:t>20/10/2025</a:t>
            </a:fld>
            <a:endParaRPr lang="en-US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9CB633E-BE2F-D0C8-400C-F9DFB9780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501483"/>
            <a:ext cx="4233845" cy="1604479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71FDACB2-6EDA-2C8D-2179-7D2AD60B2E99}"/>
              </a:ext>
            </a:extLst>
          </p:cNvPr>
          <p:cNvSpPr txBox="1"/>
          <p:nvPr/>
        </p:nvSpPr>
        <p:spPr>
          <a:xfrm>
            <a:off x="351923" y="2270650"/>
            <a:ext cx="4716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2400" dirty="0"/>
              <a:t>2º</a:t>
            </a:r>
            <a:endParaRPr lang="pt-PT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6A3AF70A-5F15-4132-ED5E-EA3F67D91D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3258" y="2473604"/>
            <a:ext cx="2636848" cy="1660236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FD4544C7-086E-0968-BA4B-66C801BBCF61}"/>
              </a:ext>
            </a:extLst>
          </p:cNvPr>
          <p:cNvSpPr txBox="1"/>
          <p:nvPr/>
        </p:nvSpPr>
        <p:spPr>
          <a:xfrm>
            <a:off x="6860877" y="2270650"/>
            <a:ext cx="4716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2400" dirty="0"/>
              <a:t>3º</a:t>
            </a:r>
            <a:endParaRPr lang="pt-PT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C7DC3204-4087-43ED-B1CF-EA2E5CC62E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7657" y="4448695"/>
            <a:ext cx="1752845" cy="1638529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202B034D-B5AD-5497-60F2-D38C61964A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4792" y="4437841"/>
            <a:ext cx="3118466" cy="1660236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83F37225-CE77-DFE4-338E-85F9A8F72B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3962" y="4297091"/>
            <a:ext cx="630198" cy="1986495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F5DC4465-20C4-4D70-3E19-84CDBED56241}"/>
              </a:ext>
            </a:extLst>
          </p:cNvPr>
          <p:cNvSpPr txBox="1"/>
          <p:nvPr/>
        </p:nvSpPr>
        <p:spPr>
          <a:xfrm>
            <a:off x="351923" y="4217862"/>
            <a:ext cx="4716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2400" dirty="0"/>
              <a:t>4º</a:t>
            </a:r>
            <a:endParaRPr lang="pt-PT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378D354-266E-3E66-34BF-7A50A483F7A9}"/>
              </a:ext>
            </a:extLst>
          </p:cNvPr>
          <p:cNvSpPr txBox="1"/>
          <p:nvPr/>
        </p:nvSpPr>
        <p:spPr>
          <a:xfrm>
            <a:off x="3669250" y="4217862"/>
            <a:ext cx="4716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2400" dirty="0"/>
              <a:t>5º</a:t>
            </a:r>
            <a:endParaRPr lang="pt-PT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0D15C8ED-1672-1F79-1DC7-26417960B7E8}"/>
              </a:ext>
            </a:extLst>
          </p:cNvPr>
          <p:cNvSpPr txBox="1"/>
          <p:nvPr/>
        </p:nvSpPr>
        <p:spPr>
          <a:xfrm>
            <a:off x="9039247" y="4217862"/>
            <a:ext cx="4716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2400" dirty="0"/>
              <a:t>6º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183257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06B876-B3A4-88A7-5E98-2AF249B84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Descrição do mecanismo 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1EC890D-126E-EB36-82AB-B466832B42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As </a:t>
            </a:r>
            <a:r>
              <a:rPr lang="pt-PT" b="1" dirty="0"/>
              <a:t>juntas</a:t>
            </a:r>
            <a:r>
              <a:rPr lang="pt-PT" dirty="0"/>
              <a:t> permitem o movimento relativo controlado entre componentes.</a:t>
            </a:r>
            <a:br>
              <a:rPr lang="pt-PT" dirty="0"/>
            </a:br>
            <a:r>
              <a:rPr lang="pt-PT" dirty="0"/>
              <a:t>Presentes no mecanismo:</a:t>
            </a:r>
          </a:p>
          <a:p>
            <a:pPr marL="457200" indent="-457200">
              <a:buFont typeface="+mj-lt"/>
              <a:buAutoNum type="arabicPeriod"/>
            </a:pPr>
            <a:r>
              <a:rPr lang="pt-PT" b="1" dirty="0"/>
              <a:t>Junta de rotação</a:t>
            </a:r>
            <a:r>
              <a:rPr lang="pt-PT" dirty="0"/>
              <a:t> entre o volante e o suporte fixo (1 grau de liberdade).</a:t>
            </a:r>
          </a:p>
          <a:p>
            <a:pPr marL="457200" indent="-457200">
              <a:buFont typeface="+mj-lt"/>
              <a:buAutoNum type="arabicPeriod"/>
            </a:pPr>
            <a:r>
              <a:rPr lang="pt-PT" b="1" dirty="0"/>
              <a:t>Junta prismática</a:t>
            </a:r>
            <a:r>
              <a:rPr lang="pt-PT" dirty="0"/>
              <a:t> entre o pino e o cubo (1 grau de liberdade).</a:t>
            </a:r>
          </a:p>
          <a:p>
            <a:pPr marL="457200" indent="-457200">
              <a:buFont typeface="+mj-lt"/>
              <a:buAutoNum type="arabicPeriod"/>
            </a:pPr>
            <a:r>
              <a:rPr lang="pt-PT" b="1" dirty="0"/>
              <a:t>Duas juntas de rotação</a:t>
            </a:r>
            <a:r>
              <a:rPr lang="pt-PT" dirty="0"/>
              <a:t>: entre o pedal e o fio de aço, e entre o fio e a alavanca de acionamento (ambas com 1 grau de liberdade).</a:t>
            </a:r>
          </a:p>
          <a:p>
            <a:endParaRPr lang="pt-PT" dirty="0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E4431F5-9360-A680-D279-A39D64906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BC3D2EF-A9F1-401A-8C02-1662D96CBA0D}" type="datetime1">
              <a:rPr lang="pt-PT" smtClean="0"/>
              <a:t>20/10/2025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797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39947261-0D24-7349-C6EF-BBBC382A45D7}"/>
              </a:ext>
            </a:extLst>
          </p:cNvPr>
          <p:cNvSpPr txBox="1">
            <a:spLocks/>
          </p:cNvSpPr>
          <p:nvPr/>
        </p:nvSpPr>
        <p:spPr>
          <a:xfrm>
            <a:off x="121920" y="2085481"/>
            <a:ext cx="4739640" cy="145075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4000" dirty="0"/>
              <a:t>Descrição do mecanismo </a:t>
            </a:r>
          </a:p>
        </p:txBody>
      </p:sp>
      <p:sp>
        <p:nvSpPr>
          <p:cNvPr id="4" name="Marcador de Posição de Conteúdo 2">
            <a:extLst>
              <a:ext uri="{FF2B5EF4-FFF2-40B4-BE49-F238E27FC236}">
                <a16:creationId xmlns:a16="http://schemas.microsoft.com/office/drawing/2014/main" id="{47243583-7A7A-8CD2-A1FC-DD81AC6C411D}"/>
              </a:ext>
            </a:extLst>
          </p:cNvPr>
          <p:cNvSpPr txBox="1">
            <a:spLocks/>
          </p:cNvSpPr>
          <p:nvPr/>
        </p:nvSpPr>
        <p:spPr>
          <a:xfrm>
            <a:off x="226061" y="3874420"/>
            <a:ext cx="3357880" cy="624839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dirty="0"/>
              <a:t>Simulação de um passo a passo </a:t>
            </a:r>
          </a:p>
        </p:txBody>
      </p:sp>
      <p:pic>
        <p:nvPicPr>
          <p:cNvPr id="5" name="WhatsApp Video 2025-10-17 at 17.45.18">
            <a:hlinkClick r:id="" action="ppaction://media"/>
            <a:extLst>
              <a:ext uri="{FF2B5EF4-FFF2-40B4-BE49-F238E27FC236}">
                <a16:creationId xmlns:a16="http://schemas.microsoft.com/office/drawing/2014/main" id="{0ABEE983-E04D-799F-2C2C-2930480AC3A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877132" y="150012"/>
            <a:ext cx="8224519" cy="6168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666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199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AF7059B8-0652-872D-C278-2D65AF2926FC}"/>
              </a:ext>
            </a:extLst>
          </p:cNvPr>
          <p:cNvSpPr txBox="1"/>
          <p:nvPr/>
        </p:nvSpPr>
        <p:spPr>
          <a:xfrm>
            <a:off x="701040" y="1340396"/>
            <a:ext cx="26416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Volante de inércia</a:t>
            </a:r>
            <a:r>
              <a:rPr kumimoji="0" lang="pt-PT" altLang="pt-P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PLA (impressão 3D FDM, ISO 527), responsável por armazenar energia cinética.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1C9D1DF-B18D-C8CB-B3A7-4BF4B4FE8E04}"/>
              </a:ext>
            </a:extLst>
          </p:cNvPr>
          <p:cNvSpPr txBox="1"/>
          <p:nvPr/>
        </p:nvSpPr>
        <p:spPr>
          <a:xfrm>
            <a:off x="3511151" y="1554855"/>
            <a:ext cx="25848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altLang="pt-PT" b="1" dirty="0">
                <a:latin typeface="Arial" panose="020B0604020202020204" pitchFamily="34" charset="0"/>
              </a:rPr>
              <a:t>Came ou excêntrico</a:t>
            </a:r>
            <a:r>
              <a:rPr lang="pt-PT" altLang="pt-PT" dirty="0">
                <a:latin typeface="Arial" panose="020B0604020202020204" pitchFamily="34" charset="0"/>
              </a:rPr>
              <a:t> – PLA (FDM, ISO 527), converte rotação em movimento alternado</a:t>
            </a:r>
            <a:endParaRPr lang="pt-PT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0063A44-DB73-A782-9F37-A583D822402F}"/>
              </a:ext>
            </a:extLst>
          </p:cNvPr>
          <p:cNvSpPr txBox="1"/>
          <p:nvPr/>
        </p:nvSpPr>
        <p:spPr>
          <a:xfrm>
            <a:off x="6522720" y="1554856"/>
            <a:ext cx="24180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Mangas ou cubos de apoio</a:t>
            </a:r>
            <a:r>
              <a:rPr kumimoji="0" lang="pt-PT" altLang="pt-P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Madeira de pinho C24 (EN 338).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B1A863E-E3EB-95CE-BED8-1E1A2CCD7EEB}"/>
              </a:ext>
            </a:extLst>
          </p:cNvPr>
          <p:cNvSpPr txBox="1"/>
          <p:nvPr/>
        </p:nvSpPr>
        <p:spPr>
          <a:xfrm>
            <a:off x="9200751" y="1554857"/>
            <a:ext cx="3048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Pino de embraiagem</a:t>
            </a:r>
            <a:r>
              <a:rPr kumimoji="0" lang="pt-PT" altLang="pt-P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PLA (FDM, ISO 527), transmite ou interrompe o movimento.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A33F272-D744-396F-BC70-8EF7EF072214}"/>
              </a:ext>
            </a:extLst>
          </p:cNvPr>
          <p:cNvSpPr txBox="1"/>
          <p:nvPr/>
        </p:nvSpPr>
        <p:spPr>
          <a:xfrm>
            <a:off x="701040" y="3463221"/>
            <a:ext cx="24688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Mola</a:t>
            </a:r>
            <a:r>
              <a:rPr kumimoji="0" lang="pt-PT" altLang="pt-P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Aço mola SAE 1070 (ou inoxidável, se necessário resistência à corrosão).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CC9A1D8-D08A-3280-5306-543DE6D548C5}"/>
              </a:ext>
            </a:extLst>
          </p:cNvPr>
          <p:cNvSpPr txBox="1"/>
          <p:nvPr/>
        </p:nvSpPr>
        <p:spPr>
          <a:xfrm>
            <a:off x="3677920" y="3740220"/>
            <a:ext cx="258484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Alavanca de acionamento</a:t>
            </a:r>
            <a:r>
              <a:rPr kumimoji="0" lang="pt-PT" altLang="pt-P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PLA (FDM, ISO 527).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96B20A1-BB9E-1C5A-048A-C9964DEB97C4}"/>
              </a:ext>
            </a:extLst>
          </p:cNvPr>
          <p:cNvSpPr txBox="1"/>
          <p:nvPr/>
        </p:nvSpPr>
        <p:spPr>
          <a:xfrm>
            <a:off x="6410960" y="3740220"/>
            <a:ext cx="2641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Eixos e pinos de apoio</a:t>
            </a:r>
            <a:r>
              <a:rPr kumimoji="0" lang="pt-PT" altLang="pt-P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Madeira de pinho C24 (EN 338).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BB38F0AC-267F-50FC-7F93-765DA7619823}"/>
              </a:ext>
            </a:extLst>
          </p:cNvPr>
          <p:cNvSpPr txBox="1"/>
          <p:nvPr/>
        </p:nvSpPr>
        <p:spPr>
          <a:xfrm>
            <a:off x="9395512" y="3463221"/>
            <a:ext cx="23266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Tubos de transmissão</a:t>
            </a:r>
            <a:r>
              <a:rPr kumimoji="0" lang="pt-PT" altLang="pt-P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PVC (Policloreto de Vinilo).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D8FB14E-CA6A-955A-183E-1015655A79B9}"/>
              </a:ext>
            </a:extLst>
          </p:cNvPr>
          <p:cNvSpPr txBox="1"/>
          <p:nvPr/>
        </p:nvSpPr>
        <p:spPr>
          <a:xfrm>
            <a:off x="701040" y="5110873"/>
            <a:ext cx="19507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Haste de transmissão</a:t>
            </a:r>
            <a:r>
              <a:rPr kumimoji="0" lang="pt-PT" altLang="pt-P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Aço carbono (EN 10025).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75642A3B-C4C7-B494-8F9C-72850AD45187}"/>
              </a:ext>
            </a:extLst>
          </p:cNvPr>
          <p:cNvSpPr txBox="1"/>
          <p:nvPr/>
        </p:nvSpPr>
        <p:spPr>
          <a:xfrm>
            <a:off x="3828215" y="5186921"/>
            <a:ext cx="19507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pt-PT" altLang="pt-P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Acionamento</a:t>
            </a:r>
            <a:r>
              <a:rPr kumimoji="0" lang="pt-PT" altLang="pt-P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Motor elétrico ou berbequim</a:t>
            </a:r>
            <a:endParaRPr lang="pt-PT" dirty="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02B18E50-09D4-9DDD-8437-78FAEB97EC8A}"/>
              </a:ext>
            </a:extLst>
          </p:cNvPr>
          <p:cNvSpPr txBox="1"/>
          <p:nvPr/>
        </p:nvSpPr>
        <p:spPr>
          <a:xfrm>
            <a:off x="6522720" y="5186920"/>
            <a:ext cx="2184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Pedal</a:t>
            </a:r>
            <a:r>
              <a:rPr kumimoji="0" lang="pt-PT" altLang="pt-P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Madeira de pinho C24 (EN 338).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6D72E23-0DD3-FB13-5CD6-70345328C534}"/>
              </a:ext>
            </a:extLst>
          </p:cNvPr>
          <p:cNvSpPr txBox="1"/>
          <p:nvPr/>
        </p:nvSpPr>
        <p:spPr>
          <a:xfrm>
            <a:off x="740695" y="215952"/>
            <a:ext cx="981813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3200" dirty="0">
                <a:latin typeface="+mj-lt"/>
              </a:rPr>
              <a:t>Caracterização dos materiais e análise dos esforços </a:t>
            </a:r>
          </a:p>
        </p:txBody>
      </p:sp>
    </p:spTree>
    <p:extLst>
      <p:ext uri="{BB962C8B-B14F-4D97-AF65-F5344CB8AC3E}">
        <p14:creationId xmlns:p14="http://schemas.microsoft.com/office/powerpoint/2010/main" val="21165929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41F02B-21CF-C733-A7D7-A146A624E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PT" dirty="0"/>
              <a:t>Caracterização dos materiais e análise dos esforços 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9EB47BC7-C800-6270-506B-E762FA65F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950" y="2057400"/>
            <a:ext cx="5111951" cy="4000102"/>
          </a:xfrm>
          <a:prstGeom prst="rect">
            <a:avLst/>
          </a:prstGeom>
          <a:noFill/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7BB72DA3-EED6-7D65-CD7A-F1D85CC2E0C7}"/>
              </a:ext>
            </a:extLst>
          </p:cNvPr>
          <p:cNvSpPr txBox="1"/>
          <p:nvPr/>
        </p:nvSpPr>
        <p:spPr>
          <a:xfrm>
            <a:off x="6568195" y="2348972"/>
            <a:ext cx="4639736" cy="7362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pt-pt" sz="2000" b="1" kern="1200" cap="all" baseline="0" dirty="0">
                <a:latin typeface="+mn-lt"/>
                <a:ea typeface="+mn-ea"/>
                <a:cs typeface="+mn-cs"/>
              </a:rPr>
              <a:t>Madeira de pinho:</a:t>
            </a: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endParaRPr lang="pt-pt" sz="2000" b="0" kern="1200" cap="all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C32B2AB-3EDA-0F30-C380-A3E5909477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6000" y="2717113"/>
            <a:ext cx="5059680" cy="2910821"/>
          </a:xfrm>
        </p:spPr>
        <p:txBody>
          <a:bodyPr vert="horz" lIns="0" tIns="45720" rIns="0" bIns="45720" rtlCol="0">
            <a:normAutofit/>
          </a:bodyPr>
          <a:lstStyle/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pt-PT" altLang="pt-PT" sz="1500" dirty="0"/>
              <a:t>Boa resistência à flexão e compressão axial/transversal.</a:t>
            </a:r>
          </a:p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pt-PT" altLang="pt-PT" sz="1500" dirty="0"/>
              <a:t>Dureza média, boa resistência ao choque e alta durabilidade.</a:t>
            </a:r>
          </a:p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pt-PT" altLang="pt-PT" sz="1500" dirty="0"/>
              <a:t>Fácil de fixar e trabalhar.</a:t>
            </a:r>
          </a:p>
          <a:p>
            <a:pPr marL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Char char="•"/>
            </a:pPr>
            <a:endParaRPr lang="pt-PT" altLang="pt-PT" sz="1500" b="1" dirty="0"/>
          </a:p>
          <a:p>
            <a:pPr marL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None/>
            </a:pPr>
            <a:endParaRPr lang="pt-PT" altLang="pt-PT" sz="1500" b="1" dirty="0"/>
          </a:p>
          <a:p>
            <a:pPr marL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None/>
            </a:pPr>
            <a:r>
              <a:rPr lang="pt-PT" altLang="pt-PT" sz="1500" u="sng" dirty="0"/>
              <a:t>Propriedades:</a:t>
            </a:r>
          </a:p>
          <a:p>
            <a:pPr lv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pt-PT" altLang="pt-PT" sz="1500" dirty="0"/>
              <a:t>Módulo de elasticidade: 11 </a:t>
            </a:r>
            <a:r>
              <a:rPr lang="pt-PT" altLang="pt-PT" sz="1500" dirty="0" err="1"/>
              <a:t>Gpa</a:t>
            </a:r>
            <a:endParaRPr lang="pt-PT" altLang="pt-PT" sz="1500" dirty="0"/>
          </a:p>
          <a:p>
            <a:pPr lv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pt-PT" altLang="pt-PT" sz="1500" dirty="0"/>
              <a:t>Resistência à flexão: 120 </a:t>
            </a:r>
            <a:r>
              <a:rPr lang="pt-PT" altLang="pt-PT" sz="1500" dirty="0" err="1"/>
              <a:t>Mpa</a:t>
            </a:r>
            <a:endParaRPr lang="pt-PT" altLang="pt-PT" sz="1500" dirty="0"/>
          </a:p>
          <a:p>
            <a:pPr lv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pt-PT" altLang="pt-PT" sz="1500" dirty="0"/>
              <a:t>Compressão paralela: 55 </a:t>
            </a:r>
            <a:r>
              <a:rPr lang="pt-PT" altLang="pt-PT" sz="1500" dirty="0" err="1"/>
              <a:t>Mpa</a:t>
            </a:r>
            <a:endParaRPr lang="pt-PT" altLang="pt-PT" sz="1500" dirty="0"/>
          </a:p>
          <a:p>
            <a:pPr lv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pt-PT" altLang="pt-PT" sz="1500" dirty="0"/>
              <a:t>Tensão de cedência: 5–8 </a:t>
            </a:r>
            <a:r>
              <a:rPr lang="pt-PT" altLang="pt-PT" sz="1500" dirty="0" err="1"/>
              <a:t>MPa</a:t>
            </a:r>
            <a:endParaRPr lang="pt-PT" altLang="pt-PT" sz="1500" dirty="0"/>
          </a:p>
          <a:p>
            <a:pPr>
              <a:lnSpc>
                <a:spcPct val="100000"/>
              </a:lnSpc>
            </a:pPr>
            <a:endParaRPr lang="pt-PT" sz="1500" dirty="0"/>
          </a:p>
        </p:txBody>
      </p:sp>
      <p:sp>
        <p:nvSpPr>
          <p:cNvPr id="16" name="Date Placeholder 6">
            <a:extLst>
              <a:ext uri="{FF2B5EF4-FFF2-40B4-BE49-F238E27FC236}">
                <a16:creationId xmlns:a16="http://schemas.microsoft.com/office/drawing/2014/main" id="{1CCA460D-4280-BEB1-45F6-F05621120E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18426" y="6446838"/>
            <a:ext cx="2584850" cy="365125"/>
          </a:xfrm>
        </p:spPr>
        <p:txBody>
          <a:bodyPr/>
          <a:lstStyle/>
          <a:p>
            <a:pPr rtl="0">
              <a:spcAft>
                <a:spcPts val="600"/>
              </a:spcAft>
            </a:pPr>
            <a:fld id="{125BCC9B-3D00-4038-B827-05429894F1D1}" type="datetime1">
              <a:rPr lang="pt-PT" smtClean="0"/>
              <a:pPr rtl="0">
                <a:spcAft>
                  <a:spcPts val="600"/>
                </a:spcAft>
              </a:pPr>
              <a:t>20/10/2025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5342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429A6-7122-4C74-5E9D-BE78DAF44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C3B51C-CEF7-B5E7-3627-39A394213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PT" dirty="0"/>
              <a:t>Caracterização dos materiais e análise dos esforços 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91CF84D-B454-545C-4D00-AC2737396010}"/>
              </a:ext>
            </a:extLst>
          </p:cNvPr>
          <p:cNvSpPr txBox="1"/>
          <p:nvPr/>
        </p:nvSpPr>
        <p:spPr>
          <a:xfrm>
            <a:off x="4668483" y="2369652"/>
            <a:ext cx="4639736" cy="7362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pt-pt" sz="2000" b="1" kern="1200" cap="all" baseline="0" dirty="0">
                <a:latin typeface="+mn-lt"/>
                <a:ea typeface="+mn-ea"/>
                <a:cs typeface="+mn-cs"/>
              </a:rPr>
              <a:t>Polímero </a:t>
            </a:r>
            <a:r>
              <a:rPr lang="pt-pt" sz="2000" b="1" kern="1200" cap="all" baseline="0" dirty="0" err="1">
                <a:latin typeface="+mn-lt"/>
                <a:ea typeface="+mn-ea"/>
                <a:cs typeface="+mn-cs"/>
              </a:rPr>
              <a:t>pla</a:t>
            </a:r>
            <a:r>
              <a:rPr lang="pt-pt" sz="2000" b="1" kern="1200" cap="all" baseline="0" dirty="0">
                <a:latin typeface="+mn-lt"/>
                <a:ea typeface="+mn-ea"/>
                <a:cs typeface="+mn-cs"/>
              </a:rPr>
              <a:t>:</a:t>
            </a: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endParaRPr lang="pt-pt" sz="2000" b="0" kern="1200" cap="all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E7475BF-8F1E-8087-6028-EE91860F65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157201" y="2903725"/>
            <a:ext cx="5678611" cy="2910821"/>
          </a:xfrm>
        </p:spPr>
        <p:txBody>
          <a:bodyPr vert="horz" lIns="0" tIns="45720" rIns="0" bIns="45720" rtlCol="0">
            <a:norm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pt-PT" altLang="pt-PT" sz="1600" dirty="0">
                <a:solidFill>
                  <a:schemeClr val="tx1"/>
                </a:solidFill>
                <a:latin typeface="Arial" panose="020B0604020202020204" pitchFamily="34" charset="0"/>
              </a:rPr>
              <a:t>Utilizado em impressão 3D FDM, ideal para peças de geometria complexa.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pt-PT" altLang="pt-PT" sz="1600" dirty="0">
                <a:solidFill>
                  <a:schemeClr val="tx1"/>
                </a:solidFill>
                <a:latin typeface="Arial" panose="020B0604020202020204" pitchFamily="34" charset="0"/>
              </a:rPr>
              <a:t>Alta rigidez, baixo custo e fácil fabrico.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pt-PT" altLang="pt-PT" sz="1600" dirty="0">
                <a:solidFill>
                  <a:schemeClr val="tx1"/>
                </a:solidFill>
                <a:latin typeface="Arial" panose="020B0604020202020204" pitchFamily="34" charset="0"/>
              </a:rPr>
              <a:t>Baixa resistência ao impacto e ao calor (&gt;60°C) e sensível à luz UV.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pt-PT" altLang="pt-PT" sz="1600" u="sng" dirty="0">
                <a:solidFill>
                  <a:schemeClr val="tx1"/>
                </a:solidFill>
                <a:latin typeface="Arial" panose="020B0604020202020204" pitchFamily="34" charset="0"/>
              </a:rPr>
              <a:t>Propriedades: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pt-PT" altLang="pt-PT" sz="1600" dirty="0">
                <a:solidFill>
                  <a:schemeClr val="tx1"/>
                </a:solidFill>
                <a:latin typeface="Arial" panose="020B0604020202020204" pitchFamily="34" charset="0"/>
              </a:rPr>
              <a:t>Módulo de elasticidade: 2,4 </a:t>
            </a:r>
            <a:r>
              <a:rPr lang="pt-PT" altLang="pt-PT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Gpa</a:t>
            </a:r>
            <a:endParaRPr lang="pt-PT" altLang="pt-PT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pt-PT" altLang="pt-PT" sz="1600" dirty="0">
                <a:solidFill>
                  <a:schemeClr val="tx1"/>
                </a:solidFill>
                <a:latin typeface="Arial" panose="020B0604020202020204" pitchFamily="34" charset="0"/>
              </a:rPr>
              <a:t>Tensão máxima: 28 kPa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pt-PT" altLang="pt-PT" sz="1600" dirty="0">
                <a:solidFill>
                  <a:schemeClr val="tx1"/>
                </a:solidFill>
                <a:latin typeface="Arial" panose="020B0604020202020204" pitchFamily="34" charset="0"/>
              </a:rPr>
              <a:t>Deformação até rutura: 4%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pt-PT" altLang="pt-PT" sz="1600" dirty="0">
                <a:solidFill>
                  <a:schemeClr val="tx1"/>
                </a:solidFill>
                <a:latin typeface="Arial" panose="020B0604020202020204" pitchFamily="34" charset="0"/>
              </a:rPr>
              <a:t>Tensão de cedência: 36 </a:t>
            </a:r>
            <a:r>
              <a:rPr lang="pt-PT" altLang="pt-PT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MPa</a:t>
            </a:r>
            <a:endParaRPr lang="pt-PT" altLang="pt-PT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lang="pt-PT" sz="1500" dirty="0"/>
          </a:p>
        </p:txBody>
      </p:sp>
      <p:sp>
        <p:nvSpPr>
          <p:cNvPr id="16" name="Date Placeholder 6">
            <a:extLst>
              <a:ext uri="{FF2B5EF4-FFF2-40B4-BE49-F238E27FC236}">
                <a16:creationId xmlns:a16="http://schemas.microsoft.com/office/drawing/2014/main" id="{C5D9FE54-A9C2-C193-77EA-AA8339CE1C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18426" y="6446838"/>
            <a:ext cx="2584850" cy="365125"/>
          </a:xfrm>
        </p:spPr>
        <p:txBody>
          <a:bodyPr/>
          <a:lstStyle/>
          <a:p>
            <a:pPr rtl="0">
              <a:spcAft>
                <a:spcPts val="600"/>
              </a:spcAft>
            </a:pPr>
            <a:fld id="{125BCC9B-3D00-4038-B827-05429894F1D1}" type="datetime1">
              <a:rPr lang="pt-PT" smtClean="0"/>
              <a:pPr rtl="0">
                <a:spcAft>
                  <a:spcPts val="600"/>
                </a:spcAft>
              </a:pPr>
              <a:t>20/10/2025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7349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526EF-46D2-DE2A-66CC-4B1BB12FC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D739F-C0CE-7161-2E4A-804BE9C37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PT" dirty="0"/>
              <a:t>Caracterização dos materiais e análise dos esforços 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B38867D-D23E-8203-AD9F-EF03BEEA3419}"/>
              </a:ext>
            </a:extLst>
          </p:cNvPr>
          <p:cNvSpPr txBox="1"/>
          <p:nvPr/>
        </p:nvSpPr>
        <p:spPr>
          <a:xfrm>
            <a:off x="6232293" y="2348972"/>
            <a:ext cx="4639736" cy="7362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pt-pt" sz="2000" b="1" kern="1200" cap="all" baseline="0" dirty="0">
                <a:latin typeface="+mn-lt"/>
                <a:ea typeface="+mn-ea"/>
                <a:cs typeface="+mn-cs"/>
              </a:rPr>
              <a:t>PVC (Policloreto de vinilo</a:t>
            </a: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endParaRPr lang="pt-pt" sz="2000" b="0" kern="1200" cap="all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F2145D94-D43C-08D5-3E66-841C24DF1C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6000" y="2717113"/>
            <a:ext cx="5059680" cy="2910821"/>
          </a:xfrm>
        </p:spPr>
        <p:txBody>
          <a:bodyPr vert="horz" lIns="0" tIns="45720" rIns="0" bIns="45720" rtlCol="0">
            <a:norm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pt-PT" altLang="pt-PT" sz="1600" dirty="0">
                <a:solidFill>
                  <a:schemeClr val="tx1"/>
                </a:solidFill>
                <a:latin typeface="Arial" panose="020B0604020202020204" pitchFamily="34" charset="0"/>
              </a:rPr>
              <a:t>Alta resistência ao impacto, corrosão e pressão.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pt-PT" altLang="pt-PT" sz="1600" dirty="0">
                <a:solidFill>
                  <a:schemeClr val="tx1"/>
                </a:solidFill>
                <a:latin typeface="Arial" panose="020B0604020202020204" pitchFamily="34" charset="0"/>
              </a:rPr>
              <a:t>Custo reduzido e boa durabilidade.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pt-PT" altLang="pt-PT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pt-PT" altLang="pt-PT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pt-PT" altLang="pt-PT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pt-PT" altLang="pt-PT" sz="1600" u="sng" dirty="0">
                <a:solidFill>
                  <a:schemeClr val="tx1"/>
                </a:solidFill>
                <a:latin typeface="Arial" panose="020B0604020202020204" pitchFamily="34" charset="0"/>
              </a:rPr>
              <a:t>Propriedades: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pt-PT" altLang="pt-PT" sz="1600" dirty="0">
                <a:solidFill>
                  <a:schemeClr val="tx1"/>
                </a:solidFill>
                <a:latin typeface="Arial" panose="020B0604020202020204" pitchFamily="34" charset="0"/>
              </a:rPr>
              <a:t>Módulo de elasticidade: 0,6 </a:t>
            </a:r>
            <a:r>
              <a:rPr lang="pt-PT" altLang="pt-PT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Gpa</a:t>
            </a:r>
            <a:endParaRPr lang="pt-PT" altLang="pt-PT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pt-PT" altLang="pt-PT" sz="1600" dirty="0">
                <a:solidFill>
                  <a:schemeClr val="tx1"/>
                </a:solidFill>
                <a:latin typeface="Arial" panose="020B0604020202020204" pitchFamily="34" charset="0"/>
              </a:rPr>
              <a:t>Tensão de cedência: 20–40 </a:t>
            </a:r>
            <a:r>
              <a:rPr lang="pt-PT" altLang="pt-PT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MPa</a:t>
            </a:r>
            <a:endParaRPr lang="pt-PT" altLang="pt-PT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Char char="•"/>
            </a:pPr>
            <a:endParaRPr lang="pt-PT" altLang="pt-PT" sz="1500" b="1" dirty="0"/>
          </a:p>
          <a:p>
            <a:pPr>
              <a:lnSpc>
                <a:spcPct val="100000"/>
              </a:lnSpc>
            </a:pPr>
            <a:endParaRPr lang="pt-PT" sz="1500" dirty="0"/>
          </a:p>
        </p:txBody>
      </p:sp>
      <p:sp>
        <p:nvSpPr>
          <p:cNvPr id="16" name="Date Placeholder 6">
            <a:extLst>
              <a:ext uri="{FF2B5EF4-FFF2-40B4-BE49-F238E27FC236}">
                <a16:creationId xmlns:a16="http://schemas.microsoft.com/office/drawing/2014/main" id="{5CC7C261-70C1-06FA-4F95-8EBCFE4CA2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18426" y="6446838"/>
            <a:ext cx="2584850" cy="365125"/>
          </a:xfrm>
        </p:spPr>
        <p:txBody>
          <a:bodyPr/>
          <a:lstStyle/>
          <a:p>
            <a:pPr rtl="0">
              <a:spcAft>
                <a:spcPts val="600"/>
              </a:spcAft>
            </a:pPr>
            <a:fld id="{125BCC9B-3D00-4038-B827-05429894F1D1}" type="datetime1">
              <a:rPr lang="pt-PT" smtClean="0"/>
              <a:pPr rtl="0">
                <a:spcAft>
                  <a:spcPts val="600"/>
                </a:spcAft>
              </a:pPr>
              <a:t>20/10/2025</a:t>
            </a:fld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99D6895-22B5-CED8-930F-A550385055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altLang="pt-P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A63B22C-701D-6517-7ABC-EB41EB784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077" y="2162359"/>
            <a:ext cx="5425319" cy="3849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8876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48599-686A-9C5D-B95F-02A55C576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957602-8A61-5B02-88FD-3FA81A60F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4723" y="244864"/>
            <a:ext cx="7392940" cy="1450757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pt-PT" sz="4000" dirty="0"/>
              <a:t>Caracterização dos materiais e análise dos esforços 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459401C-4514-AF44-4628-5E3965C2C806}"/>
              </a:ext>
            </a:extLst>
          </p:cNvPr>
          <p:cNvSpPr txBox="1"/>
          <p:nvPr/>
        </p:nvSpPr>
        <p:spPr>
          <a:xfrm>
            <a:off x="6515944" y="2424531"/>
            <a:ext cx="4639736" cy="7362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pt-pt" sz="2000" b="1" kern="1200" cap="all" baseline="0" dirty="0">
                <a:latin typeface="+mn-lt"/>
                <a:ea typeface="+mn-ea"/>
                <a:cs typeface="+mn-cs"/>
              </a:rPr>
              <a:t>Aço carbono</a:t>
            </a: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endParaRPr lang="pt-pt" sz="2000" b="0" kern="1200" cap="all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07D229A6-A872-EAE9-451E-658EB3EAE1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306904" y="2792672"/>
            <a:ext cx="5408578" cy="2910821"/>
          </a:xfrm>
        </p:spPr>
        <p:txBody>
          <a:bodyPr vert="horz" lIns="0" tIns="45720" rIns="0" bIns="45720" rtlCol="0">
            <a:norm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pt-PT" altLang="pt-PT" sz="1600" dirty="0">
                <a:solidFill>
                  <a:schemeClr val="tx1"/>
                </a:solidFill>
                <a:latin typeface="Arial" panose="020B0604020202020204" pitchFamily="34" charset="0"/>
              </a:rPr>
              <a:t>Liga com 0,008%–2,11% de carbono.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pt-PT" altLang="pt-PT" sz="1600" dirty="0">
                <a:solidFill>
                  <a:schemeClr val="tx1"/>
                </a:solidFill>
                <a:latin typeface="Arial" panose="020B0604020202020204" pitchFamily="34" charset="0"/>
              </a:rPr>
              <a:t>Alta resistência mecânica, durabilidade, e boa soldabilidade.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pt-PT" altLang="pt-PT" sz="1600" dirty="0">
                <a:solidFill>
                  <a:schemeClr val="tx1"/>
                </a:solidFill>
                <a:latin typeface="Arial" panose="020B0604020202020204" pitchFamily="34" charset="0"/>
              </a:rPr>
              <a:t>Custo-benefício elevado.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pt-PT" altLang="pt-PT" sz="1600" u="sng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pt-PT" altLang="pt-PT" sz="1600" u="sng" dirty="0">
                <a:solidFill>
                  <a:schemeClr val="tx1"/>
                </a:solidFill>
                <a:latin typeface="Arial" panose="020B0604020202020204" pitchFamily="34" charset="0"/>
              </a:rPr>
              <a:t>Propriedades: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pt-PT" altLang="pt-PT" sz="1600" dirty="0">
                <a:solidFill>
                  <a:schemeClr val="tx1"/>
                </a:solidFill>
                <a:latin typeface="Arial" panose="020B0604020202020204" pitchFamily="34" charset="0"/>
              </a:rPr>
              <a:t>Módulo de elasticidade: 200 </a:t>
            </a:r>
            <a:r>
              <a:rPr lang="pt-PT" altLang="pt-PT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Gpa</a:t>
            </a:r>
            <a:endParaRPr lang="pt-PT" altLang="pt-PT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pt-PT" altLang="pt-PT" sz="1600" dirty="0">
                <a:solidFill>
                  <a:schemeClr val="tx1"/>
                </a:solidFill>
                <a:latin typeface="Arial" panose="020B0604020202020204" pitchFamily="34" charset="0"/>
              </a:rPr>
              <a:t>Tensão máxima: 400 </a:t>
            </a:r>
            <a:r>
              <a:rPr lang="pt-PT" altLang="pt-PT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Mpa</a:t>
            </a:r>
            <a:endParaRPr lang="pt-PT" altLang="pt-PT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pt-PT" altLang="pt-PT" sz="1600" dirty="0">
                <a:solidFill>
                  <a:schemeClr val="tx1"/>
                </a:solidFill>
                <a:latin typeface="Arial" panose="020B0604020202020204" pitchFamily="34" charset="0"/>
              </a:rPr>
              <a:t>Deformação até rutura: 27%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pt-PT" altLang="pt-PT" sz="1600" dirty="0">
                <a:solidFill>
                  <a:schemeClr val="tx1"/>
                </a:solidFill>
                <a:latin typeface="Arial" panose="020B0604020202020204" pitchFamily="34" charset="0"/>
              </a:rPr>
              <a:t>Tensão de cedência: 210–300 </a:t>
            </a:r>
            <a:r>
              <a:rPr lang="pt-PT" altLang="pt-PT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MPa</a:t>
            </a:r>
            <a:r>
              <a:rPr lang="pt-PT" altLang="pt-PT" sz="1600" dirty="0">
                <a:solidFill>
                  <a:schemeClr val="tx1"/>
                </a:solidFill>
                <a:latin typeface="Arial" panose="020B0604020202020204" pitchFamily="34" charset="0"/>
              </a:rPr>
              <a:t> (dependendo do teor de carbono)</a:t>
            </a:r>
          </a:p>
          <a:p>
            <a:pPr marL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Char char="•"/>
            </a:pPr>
            <a:endParaRPr lang="pt-PT" altLang="pt-PT" sz="1500" b="1" dirty="0"/>
          </a:p>
          <a:p>
            <a:pPr>
              <a:lnSpc>
                <a:spcPct val="100000"/>
              </a:lnSpc>
            </a:pPr>
            <a:endParaRPr lang="pt-PT" sz="1500" dirty="0"/>
          </a:p>
        </p:txBody>
      </p:sp>
      <p:sp>
        <p:nvSpPr>
          <p:cNvPr id="16" name="Date Placeholder 6">
            <a:extLst>
              <a:ext uri="{FF2B5EF4-FFF2-40B4-BE49-F238E27FC236}">
                <a16:creationId xmlns:a16="http://schemas.microsoft.com/office/drawing/2014/main" id="{120A4F7C-7DB5-C307-99B5-63D48EE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18426" y="6446838"/>
            <a:ext cx="2584850" cy="365125"/>
          </a:xfrm>
        </p:spPr>
        <p:txBody>
          <a:bodyPr/>
          <a:lstStyle/>
          <a:p>
            <a:pPr rtl="0">
              <a:spcAft>
                <a:spcPts val="600"/>
              </a:spcAft>
            </a:pPr>
            <a:fld id="{125BCC9B-3D00-4038-B827-05429894F1D1}" type="datetime1">
              <a:rPr lang="pt-PT" smtClean="0"/>
              <a:pPr rtl="0">
                <a:spcAft>
                  <a:spcPts val="600"/>
                </a:spcAft>
              </a:pPr>
              <a:t>20/10/2025</a:t>
            </a:fld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8268BC4-40D6-AC45-47D2-3872C7A652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altLang="pt-P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BCAD96B9-834E-22CC-8F2D-04B34BB3B4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6853"/>
          <a:stretch>
            <a:fillRect/>
          </a:stretch>
        </p:blipFill>
        <p:spPr>
          <a:xfrm>
            <a:off x="267477" y="74213"/>
            <a:ext cx="3799961" cy="308660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75B1FB39-1075-2020-73A5-CA089943C1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744"/>
          <a:stretch>
            <a:fillRect/>
          </a:stretch>
        </p:blipFill>
        <p:spPr>
          <a:xfrm>
            <a:off x="822960" y="3190098"/>
            <a:ext cx="3383280" cy="3157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634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C8FD71-09B1-FD04-3045-5D6E7F790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z="4800" dirty="0"/>
              <a:t>Caracterização dos materiais e análise dos esforços </a:t>
            </a: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800DF5F0-F227-9D98-8334-84790BDD73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PT" sz="2000" b="1" dirty="0"/>
              <a:t>ANÁLISE DE ESFORÇOS E COMPONENTE CRÍTICO:</a:t>
            </a:r>
          </a:p>
          <a:p>
            <a:r>
              <a:rPr lang="pt-PT" sz="1800" dirty="0"/>
              <a:t>O </a:t>
            </a:r>
            <a:r>
              <a:rPr lang="pt-PT" sz="1800" b="1" dirty="0"/>
              <a:t>pino</a:t>
            </a:r>
            <a:r>
              <a:rPr lang="pt-PT" sz="1800" dirty="0"/>
              <a:t> é o </a:t>
            </a:r>
            <a:r>
              <a:rPr lang="pt-PT" sz="1800" b="1" dirty="0"/>
              <a:t>componente crítico</a:t>
            </a:r>
            <a:r>
              <a:rPr lang="pt-PT" sz="1800" dirty="0"/>
              <a:t> do sistema, pois é responsável por </a:t>
            </a:r>
            <a:r>
              <a:rPr lang="pt-PT" sz="1800" b="1" dirty="0"/>
              <a:t>transmitir ou interromper o binário</a:t>
            </a:r>
            <a:r>
              <a:rPr lang="pt-PT" sz="1800" dirty="0"/>
              <a:t> entre o volante de inércia e o veio de saída.</a:t>
            </a:r>
            <a:br>
              <a:rPr lang="pt-PT" sz="1800" dirty="0"/>
            </a:br>
            <a:r>
              <a:rPr lang="pt-PT" sz="1800" dirty="0"/>
              <a:t>Está sujeito a </a:t>
            </a:r>
            <a:r>
              <a:rPr lang="pt-PT" sz="1800" b="1" dirty="0"/>
              <a:t>compressão e desgaste</a:t>
            </a:r>
            <a:r>
              <a:rPr lang="pt-PT" sz="1800" dirty="0"/>
              <a:t> nos pontos de contacto com o volante, devendo suportar </a:t>
            </a:r>
            <a:r>
              <a:rPr lang="pt-PT" sz="1800" b="1" dirty="0"/>
              <a:t>fadiga de contacto</a:t>
            </a:r>
            <a:r>
              <a:rPr lang="pt-PT" sz="1800" dirty="0"/>
              <a:t> durante longos períodos de funcionamento.</a:t>
            </a:r>
          </a:p>
          <a:p>
            <a:r>
              <a:rPr lang="pt-PT" sz="1800" dirty="0"/>
              <a:t>Durante o funcionamento do mecanismo: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PT" sz="1800" b="1" dirty="0" err="1"/>
              <a:t>Fx</a:t>
            </a:r>
            <a:r>
              <a:rPr lang="pt-PT" sz="1800" b="1" dirty="0"/>
              <a:t> (força tangencial)</a:t>
            </a:r>
            <a:r>
              <a:rPr lang="pt-PT" sz="1800" dirty="0"/>
              <a:t> – atua na direção horizontal e </a:t>
            </a:r>
            <a:r>
              <a:rPr lang="pt-PT" sz="1800" b="1" dirty="0"/>
              <a:t>gera tensões de corte</a:t>
            </a:r>
            <a:r>
              <a:rPr lang="pt-PT" sz="1800" dirty="0"/>
              <a:t> na secção do pino.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PT" sz="1800" b="1" dirty="0" err="1"/>
              <a:t>Fy</a:t>
            </a:r>
            <a:r>
              <a:rPr lang="pt-PT" sz="1800" b="1" dirty="0"/>
              <a:t> (força normal)</a:t>
            </a:r>
            <a:r>
              <a:rPr lang="pt-PT" sz="1800" dirty="0"/>
              <a:t> – atua na direção vertical e </a:t>
            </a:r>
            <a:r>
              <a:rPr lang="pt-PT" sz="1800" b="1" dirty="0"/>
              <a:t>provoca tensões de compressão</a:t>
            </a:r>
            <a:r>
              <a:rPr lang="pt-PT" sz="1800" dirty="0"/>
              <a:t>.</a:t>
            </a:r>
            <a:br>
              <a:rPr lang="pt-PT" sz="1800" dirty="0"/>
            </a:br>
            <a:r>
              <a:rPr lang="pt-PT" sz="1800" dirty="0"/>
              <a:t>Estas forças ocorrem </a:t>
            </a:r>
            <a:r>
              <a:rPr lang="pt-PT" sz="1800" b="1" dirty="0"/>
              <a:t>apenas no momento de engate</a:t>
            </a:r>
            <a:r>
              <a:rPr lang="pt-PT" sz="1800" dirty="0"/>
              <a:t>, desaparecendo quando o pino gira com a mesma aceleração do volante.</a:t>
            </a:r>
          </a:p>
          <a:p>
            <a:endParaRPr lang="pt-PT" dirty="0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4EB3FBA3-6A26-359F-F354-AF5683D17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BC3D2EF-A9F1-401A-8C02-1662D96CBA0D}" type="datetime1">
              <a:rPr lang="pt-PT" smtClean="0"/>
              <a:t>20/10/2025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60996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4E4BB4-A4D0-5893-F7B1-2BEF4FB8B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z="4400" dirty="0"/>
              <a:t>Caracterização dos materiais e análise dos esforços </a:t>
            </a:r>
            <a:endParaRPr lang="pt-PT" dirty="0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D798E0AA-2AA8-1E91-9790-A886257B8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BC3D2EF-A9F1-401A-8C02-1662D96CBA0D}" type="datetime1">
              <a:rPr lang="pt-PT" smtClean="0"/>
              <a:t>20/10/2025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FB58958-49A9-46DD-676C-5C8FAD60DC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242016"/>
            <a:ext cx="9819536" cy="349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pt-PT" sz="1700" dirty="0">
                <a:latin typeface="Arial" panose="020B0604020202020204" pitchFamily="34" charset="0"/>
                <a:cs typeface="Arial" panose="020B0604020202020204" pitchFamily="34" charset="0"/>
              </a:rPr>
              <a:t>O sistema é composto por </a:t>
            </a:r>
            <a:r>
              <a:rPr lang="pt-PT" sz="1700" b="1" dirty="0">
                <a:latin typeface="Arial" panose="020B0604020202020204" pitchFamily="34" charset="0"/>
                <a:cs typeface="Arial" panose="020B0604020202020204" pitchFamily="34" charset="0"/>
              </a:rPr>
              <a:t>madeira de pinho, PLA, PVC e aço carbono</a:t>
            </a:r>
            <a:r>
              <a:rPr lang="pt-PT" sz="1700" dirty="0">
                <a:latin typeface="Arial" panose="020B0604020202020204" pitchFamily="34" charset="0"/>
                <a:cs typeface="Arial" panose="020B0604020202020204" pitchFamily="34" charset="0"/>
              </a:rPr>
              <a:t>, escolhidos conforme as suas </a:t>
            </a:r>
            <a:r>
              <a:rPr lang="pt-PT" sz="1700" b="1" dirty="0">
                <a:latin typeface="Arial" panose="020B0604020202020204" pitchFamily="34" charset="0"/>
                <a:cs typeface="Arial" panose="020B0604020202020204" pitchFamily="34" charset="0"/>
              </a:rPr>
              <a:t>funções e propriedades mecânicas</a:t>
            </a:r>
            <a:r>
              <a:rPr lang="pt-PT" sz="1700" dirty="0">
                <a:latin typeface="Arial" panose="020B0604020202020204" pitchFamily="34" charset="0"/>
                <a:cs typeface="Arial" panose="020B0604020202020204" pitchFamily="34" charset="0"/>
              </a:rPr>
              <a:t>, garantindo precisão e eficiência no mecanismo.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pt-PT" altLang="pt-PT" sz="17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pt-PT" altLang="pt-PT" sz="1700" b="1" dirty="0">
                <a:solidFill>
                  <a:schemeClr val="tx1"/>
                </a:solidFill>
                <a:latin typeface="Arial" panose="020B0604020202020204" pitchFamily="34" charset="0"/>
              </a:rPr>
              <a:t>Volante de inércia: </a:t>
            </a:r>
            <a:r>
              <a:rPr lang="pt-PT" altLang="pt-PT" sz="1700" dirty="0">
                <a:solidFill>
                  <a:schemeClr val="tx1"/>
                </a:solidFill>
                <a:latin typeface="Arial" panose="020B0604020202020204" pitchFamily="34" charset="0"/>
              </a:rPr>
              <a:t>poderia ser em aço fundido, oferecendo maior resistência e tenacidade, mas foi rejeitado devido ao peso, custo e dificuldade de </a:t>
            </a:r>
            <a:r>
              <a:rPr lang="pt-PT" altLang="pt-PT" sz="1700" dirty="0" err="1">
                <a:solidFill>
                  <a:schemeClr val="tx1"/>
                </a:solidFill>
                <a:latin typeface="Arial" panose="020B0604020202020204" pitchFamily="34" charset="0"/>
              </a:rPr>
              <a:t>maquinagem</a:t>
            </a:r>
            <a:r>
              <a:rPr lang="pt-PT" altLang="pt-PT" sz="17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pt-PT" altLang="pt-PT" sz="1700" b="1" dirty="0">
                <a:solidFill>
                  <a:schemeClr val="tx1"/>
                </a:solidFill>
                <a:latin typeface="Arial" panose="020B0604020202020204" pitchFamily="34" charset="0"/>
              </a:rPr>
              <a:t>Pino de embraiagem: </a:t>
            </a:r>
            <a:r>
              <a:rPr lang="pt-PT" altLang="pt-PT" sz="1700" dirty="0">
                <a:solidFill>
                  <a:schemeClr val="tx1"/>
                </a:solidFill>
                <a:latin typeface="Arial" panose="020B0604020202020204" pitchFamily="34" charset="0"/>
              </a:rPr>
              <a:t>o aço seria mais resistente ao desgaste, porém o PLA garante precisão e baixo custo.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pt-PT" altLang="pt-PT" sz="1700" b="1" dirty="0">
                <a:solidFill>
                  <a:schemeClr val="tx1"/>
                </a:solidFill>
                <a:latin typeface="Arial" panose="020B0604020202020204" pitchFamily="34" charset="0"/>
              </a:rPr>
              <a:t>Mangas de apoio: </a:t>
            </a:r>
            <a:r>
              <a:rPr lang="pt-PT" altLang="pt-PT" sz="1700" dirty="0">
                <a:solidFill>
                  <a:schemeClr val="tx1"/>
                </a:solidFill>
                <a:latin typeface="Arial" panose="020B0604020202020204" pitchFamily="34" charset="0"/>
              </a:rPr>
              <a:t>o latão reduziria o atrito e desgaste, mas tem alto custo e pouca disponibilidade; a madeira de pinho foi a opção mais viável.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pt-PT" altLang="pt-PT" sz="1700" b="1" dirty="0">
                <a:solidFill>
                  <a:schemeClr val="tx1"/>
                </a:solidFill>
                <a:latin typeface="Arial" panose="020B0604020202020204" pitchFamily="34" charset="0"/>
              </a:rPr>
              <a:t>Pedal: </a:t>
            </a:r>
            <a:r>
              <a:rPr lang="pt-PT" altLang="pt-PT" sz="1700" dirty="0">
                <a:solidFill>
                  <a:schemeClr val="tx1"/>
                </a:solidFill>
                <a:latin typeface="Arial" panose="020B0604020202020204" pitchFamily="34" charset="0"/>
              </a:rPr>
              <a:t>o alumínio seria uma boa alternativa pela leveza e resistência à fadiga, mas o pinho foi escolhido por ser leve, barato e fácil de trabalhar.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pt-PT" altLang="pt-PT" sz="1700" b="1" dirty="0">
                <a:solidFill>
                  <a:schemeClr val="tx1"/>
                </a:solidFill>
                <a:latin typeface="Arial" panose="020B0604020202020204" pitchFamily="34" charset="0"/>
              </a:rPr>
              <a:t>Alavanca de acionamento: </a:t>
            </a:r>
            <a:r>
              <a:rPr lang="pt-PT" altLang="pt-PT" sz="1700" dirty="0">
                <a:solidFill>
                  <a:schemeClr val="tx1"/>
                </a:solidFill>
                <a:latin typeface="Arial" panose="020B0604020202020204" pitchFamily="34" charset="0"/>
              </a:rPr>
              <a:t>o aço carbono ofereceria maior rigidez, porém o PLA foi mantido por ser mais leve e adequado ao mecanismo</a:t>
            </a:r>
            <a:r>
              <a:rPr kumimoji="0" lang="pt-PT" altLang="pt-PT" sz="1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728585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C143D-42B1-8A8F-C17D-3A49CB9D0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Modelo CAD do Protótipo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EC6526B-224A-6C70-FC54-D5581A8203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BE14593F-DC1E-A0D0-C8CA-EFA01DF61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BC3D2EF-A9F1-401A-8C02-1662D96CBA0D}" type="datetime1">
              <a:rPr lang="pt-PT" smtClean="0"/>
              <a:t>20/10/2025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47035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9642C2-3983-0579-D431-994FF66F4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Modelo CAD do Protótipo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559ECE91-3C2A-7162-E7AE-74629C8AEF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5995" y="2063440"/>
            <a:ext cx="4639736" cy="736282"/>
          </a:xfrm>
        </p:spPr>
        <p:txBody>
          <a:bodyPr/>
          <a:lstStyle/>
          <a:p>
            <a:r>
              <a:rPr lang="pt-PT" b="1" dirty="0"/>
              <a:t>Processo de fabricos planeado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476758DE-BEFD-9E0E-33C5-AFA4CB412D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5435" y="2776395"/>
            <a:ext cx="4930296" cy="3274575"/>
          </a:xfrm>
        </p:spPr>
        <p:txBody>
          <a:bodyPr>
            <a:normAutofit fontScale="92500" lnSpcReduction="20000"/>
          </a:bodyPr>
          <a:lstStyle/>
          <a:p>
            <a:r>
              <a:rPr lang="pt-PT" sz="1800" dirty="0"/>
              <a:t>A montagem do mecanismo de embraiagem com pedal de acionamento combinará </a:t>
            </a:r>
            <a:r>
              <a:rPr lang="pt-PT" sz="1800" b="1" dirty="0"/>
              <a:t>técnicas de fabrico convencionais e aditivas</a:t>
            </a:r>
            <a:r>
              <a:rPr lang="pt-PT" sz="1800" dirty="0"/>
              <a:t>:</a:t>
            </a:r>
          </a:p>
          <a:p>
            <a:r>
              <a:rPr lang="pt-PT" sz="1800" b="1" dirty="0"/>
              <a:t>Maquinação de corte</a:t>
            </a:r>
            <a:r>
              <a:rPr lang="pt-PT" sz="1800" dirty="0"/>
              <a:t> e </a:t>
            </a:r>
            <a:r>
              <a:rPr lang="pt-PT" sz="1800" b="1" dirty="0"/>
              <a:t>montagem manual</a:t>
            </a:r>
            <a:r>
              <a:rPr lang="pt-PT" sz="1800" dirty="0"/>
              <a:t> para simplicidade e precisão.</a:t>
            </a:r>
          </a:p>
          <a:p>
            <a:r>
              <a:rPr lang="pt-PT" sz="1800" b="1" dirty="0"/>
              <a:t>Fabrico aditivo (FDM – </a:t>
            </a:r>
            <a:r>
              <a:rPr lang="pt-PT" sz="1800" b="1" dirty="0" err="1"/>
              <a:t>Fused</a:t>
            </a:r>
            <a:r>
              <a:rPr lang="pt-PT" sz="1800" b="1" dirty="0"/>
              <a:t> </a:t>
            </a:r>
            <a:r>
              <a:rPr lang="pt-PT" sz="1800" b="1" dirty="0" err="1"/>
              <a:t>Deposition</a:t>
            </a:r>
            <a:r>
              <a:rPr lang="pt-PT" sz="1800" b="1" dirty="0"/>
              <a:t> </a:t>
            </a:r>
            <a:r>
              <a:rPr lang="pt-PT" sz="1800" b="1" dirty="0" err="1"/>
              <a:t>Modelling</a:t>
            </a:r>
            <a:r>
              <a:rPr lang="pt-PT" sz="1800" b="1" dirty="0"/>
              <a:t>)</a:t>
            </a:r>
            <a:r>
              <a:rPr lang="pt-PT" sz="1800" dirty="0"/>
              <a:t> para as peças em </a:t>
            </a:r>
            <a:r>
              <a:rPr lang="pt-PT" sz="1800" b="1" dirty="0"/>
              <a:t>PLA</a:t>
            </a:r>
            <a:r>
              <a:rPr lang="pt-PT" sz="1800" dirty="0"/>
              <a:t>, modeladas no </a:t>
            </a:r>
            <a:r>
              <a:rPr lang="pt-PT" sz="1800" dirty="0" err="1"/>
              <a:t>Solid</a:t>
            </a:r>
            <a:r>
              <a:rPr lang="pt-PT" sz="1800" dirty="0"/>
              <a:t> </a:t>
            </a:r>
            <a:r>
              <a:rPr lang="pt-PT" sz="1800" dirty="0" err="1"/>
              <a:t>Edge</a:t>
            </a:r>
            <a:r>
              <a:rPr lang="pt-PT" sz="1800" dirty="0"/>
              <a:t> e exportadas para impressão com </a:t>
            </a:r>
            <a:r>
              <a:rPr lang="pt-PT" sz="1800" b="1" dirty="0"/>
              <a:t>parâmetros otimizados</a:t>
            </a:r>
            <a:r>
              <a:rPr lang="pt-PT" sz="1800" dirty="0"/>
              <a:t>.</a:t>
            </a:r>
          </a:p>
          <a:p>
            <a:r>
              <a:rPr lang="pt-PT" sz="1800" dirty="0"/>
              <a:t>Esta combinação garante </a:t>
            </a:r>
            <a:r>
              <a:rPr lang="pt-PT" sz="1800" b="1" dirty="0"/>
              <a:t>rapidez, precisão e eficiência</a:t>
            </a:r>
            <a:r>
              <a:rPr lang="pt-PT" sz="1800" dirty="0"/>
              <a:t> no desenvolvimento do sistema.</a:t>
            </a:r>
          </a:p>
          <a:p>
            <a:endParaRPr lang="pt-PT" dirty="0"/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2FF4A70D-BF2A-DB4D-74EF-D965801DA2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PT" b="1" dirty="0"/>
              <a:t>Fabrico dos componentes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400074E4-3EFE-B922-486F-7739D16D410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PT" b="1" dirty="0"/>
              <a:t>Madeira de pinho:</a:t>
            </a:r>
            <a:r>
              <a:rPr lang="pt-PT" dirty="0"/>
              <a:t> cortada e perfurada com </a:t>
            </a:r>
            <a:r>
              <a:rPr lang="pt-PT" b="1" dirty="0"/>
              <a:t>serra de bancada e berbequim de coluna</a:t>
            </a:r>
            <a:r>
              <a:rPr lang="pt-PT" dirty="0"/>
              <a:t>, com medidas definidas no modelo CAD.</a:t>
            </a:r>
            <a:br>
              <a:rPr lang="pt-PT" dirty="0"/>
            </a:br>
            <a:r>
              <a:rPr lang="pt-PT" b="1" dirty="0"/>
              <a:t>PVC:</a:t>
            </a:r>
            <a:r>
              <a:rPr lang="pt-PT" dirty="0"/>
              <a:t> adquirido com dimensões prévias do modelo CAD, podendo ser </a:t>
            </a:r>
            <a:r>
              <a:rPr lang="pt-PT" b="1" dirty="0"/>
              <a:t>ajustado com serrote de precisão</a:t>
            </a:r>
            <a:r>
              <a:rPr lang="pt-PT" dirty="0"/>
              <a:t>.</a:t>
            </a:r>
            <a:br>
              <a:rPr lang="pt-PT" dirty="0"/>
            </a:br>
            <a:r>
              <a:rPr lang="pt-PT" b="1" dirty="0"/>
              <a:t>Elementos metálicos:</a:t>
            </a:r>
            <a:r>
              <a:rPr lang="pt-PT" dirty="0"/>
              <a:t> comprados </a:t>
            </a:r>
            <a:r>
              <a:rPr lang="pt-PT" b="1" dirty="0"/>
              <a:t>já dimensionados</a:t>
            </a:r>
            <a:r>
              <a:rPr lang="pt-PT" dirty="0"/>
              <a:t> conforme as especificações.</a:t>
            </a:r>
            <a:br>
              <a:rPr lang="pt-PT" dirty="0"/>
            </a:br>
            <a:r>
              <a:rPr lang="pt-PT" dirty="0"/>
              <a:t>A união entre os componentes será feita com </a:t>
            </a:r>
            <a:r>
              <a:rPr lang="pt-PT" b="1" dirty="0"/>
              <a:t>encaixes e parafusos</a:t>
            </a:r>
            <a:r>
              <a:rPr lang="pt-PT" dirty="0"/>
              <a:t>, garantindo </a:t>
            </a:r>
            <a:r>
              <a:rPr lang="pt-PT" b="1" dirty="0"/>
              <a:t>alinhamento e fixação perfeitos</a:t>
            </a:r>
            <a:r>
              <a:rPr lang="pt-P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955761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37322F-CF65-96EA-11F9-844520B9F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Análise Cinemática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6F0A4D93-358B-7178-38C8-35CF29A2D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t-PT" b="1" dirty="0"/>
              <a:t>Analise da Posição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28F53D7-F14F-F969-C1A0-1862270E2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0512" y="0"/>
            <a:ext cx="4249554" cy="3066776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64A5A881-BA86-A4FA-93BF-CAD6F6EFE4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1969" y="224330"/>
            <a:ext cx="1047896" cy="56205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0C4BD750-FA8D-EFF0-41CD-263F38EE902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6469" t="19104"/>
          <a:stretch>
            <a:fillRect/>
          </a:stretch>
        </p:blipFill>
        <p:spPr>
          <a:xfrm>
            <a:off x="8531050" y="1475374"/>
            <a:ext cx="2861628" cy="1362035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2D625E8E-66E0-EB75-5520-BF0B2A079389}"/>
              </a:ext>
            </a:extLst>
          </p:cNvPr>
          <p:cNvSpPr txBox="1"/>
          <p:nvPr/>
        </p:nvSpPr>
        <p:spPr>
          <a:xfrm>
            <a:off x="8531050" y="850862"/>
            <a:ext cx="33153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dirty="0"/>
              <a:t>A posição de A é obtida através da equação :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2B1D0EF-886C-8748-349C-45FC1DC0EDA6}"/>
              </a:ext>
            </a:extLst>
          </p:cNvPr>
          <p:cNvSpPr txBox="1"/>
          <p:nvPr/>
        </p:nvSpPr>
        <p:spPr>
          <a:xfrm>
            <a:off x="8111172" y="2706331"/>
            <a:ext cx="35175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dirty="0"/>
              <a:t>Como a origem da polia coincide com a origem do referencial: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D72587C1-D052-093D-295E-691EC98F7E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9206" y="3300158"/>
            <a:ext cx="1381318" cy="533474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E60176EE-F0AD-4D89-00E8-F0F55F9FEB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6454" y="4522063"/>
            <a:ext cx="2894444" cy="861641"/>
          </a:xfrm>
          <a:prstGeom prst="rect">
            <a:avLst/>
          </a:prstGeom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5F2C3D3C-5F28-F0D1-C20C-9557F000CE46}"/>
              </a:ext>
            </a:extLst>
          </p:cNvPr>
          <p:cNvSpPr txBox="1"/>
          <p:nvPr/>
        </p:nvSpPr>
        <p:spPr>
          <a:xfrm>
            <a:off x="5264443" y="3815715"/>
            <a:ext cx="55330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dirty="0"/>
              <a:t>Matriz transformação de rotação, de S1 em </a:t>
            </a:r>
            <a:r>
              <a:rPr lang="pt-PT" sz="1600" dirty="0" err="1"/>
              <a:t>So</a:t>
            </a:r>
            <a:r>
              <a:rPr lang="pt-PT" sz="1600" dirty="0"/>
              <a:t> e que é definida por: </a:t>
            </a: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453236FA-07EF-E24B-69D3-4EF3158103D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1761" t="21494"/>
          <a:stretch>
            <a:fillRect/>
          </a:stretch>
        </p:blipFill>
        <p:spPr>
          <a:xfrm>
            <a:off x="8030969" y="4471487"/>
            <a:ext cx="3711329" cy="1435637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BC26F693-F670-C448-22AE-0F13B8AF1EC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72746" y="5907124"/>
            <a:ext cx="2095556" cy="72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8831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7731A-A2C3-4840-6AAA-A3C45DAE5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DCCDAB-7F68-3C48-EB34-5143CEA4A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Análise Cinemática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F2FA8D54-C198-AF1D-C995-57BEB237D0C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t-PT" b="1" dirty="0"/>
              <a:t>Analise da Velocidade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10CFBFF-0652-CA25-703B-DF027341C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0512" y="0"/>
            <a:ext cx="4249554" cy="306677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F14DFC83-5350-69FF-65A6-B8F4C429F2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3950" y="343831"/>
            <a:ext cx="3048425" cy="590632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7C61FF2F-FBF2-9E01-9AFB-CD9DFD863731}"/>
              </a:ext>
            </a:extLst>
          </p:cNvPr>
          <p:cNvSpPr txBox="1"/>
          <p:nvPr/>
        </p:nvSpPr>
        <p:spPr>
          <a:xfrm>
            <a:off x="8529043" y="1012277"/>
            <a:ext cx="3490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600" dirty="0"/>
              <a:t>𝑣𝐴/1 é nulo assim como 𝑣𝑂/0, então</a:t>
            </a:r>
            <a:r>
              <a:rPr lang="pt-PT" dirty="0"/>
              <a:t>,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8BAFADE5-949C-11C9-F22A-D082266E3A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6029" y="1459423"/>
            <a:ext cx="1724266" cy="571580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B9C3B3E1-0D71-5E6C-F3E2-40FB262AB4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3089" y="3236496"/>
            <a:ext cx="1879492" cy="900590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4EFAB648-36BF-7B5C-4157-924253CEF2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443" y="3236496"/>
            <a:ext cx="2762455" cy="741146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0CABD742-6258-9712-2846-3BB03C5A8F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8762" y="4723368"/>
            <a:ext cx="4134427" cy="61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8021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EAF17-F498-D25B-6E77-CAEF799BD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19AC26-F823-040D-FC4C-C24277397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Análise Cinemática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31DFA09D-B01F-CA4E-FD95-58B3EA72ACA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t-PT" b="1" dirty="0"/>
              <a:t>Analise da Aceleração 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3CDF9AC-03ED-B2A8-7D6B-9FF7CAF12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479" y="3791224"/>
            <a:ext cx="4249554" cy="3066776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B5F254D-07D2-0F5D-5876-2BB353268B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2479" y="149291"/>
            <a:ext cx="5822973" cy="786383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FD50EB9E-30AC-5DF4-3015-2FDDD2DA6BB4}"/>
              </a:ext>
            </a:extLst>
          </p:cNvPr>
          <p:cNvSpPr txBox="1"/>
          <p:nvPr/>
        </p:nvSpPr>
        <p:spPr>
          <a:xfrm>
            <a:off x="5103845" y="1073020"/>
            <a:ext cx="67071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dirty="0"/>
              <a:t>A aceleração do ponto A em relação ao referencial S1 e a aceleração do ponto O em relação a S0 são nulas, assim como a aceleração angular e a velocidade do ponta A em relação a S1.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55FEB788-FCD6-71BF-2F08-7E5469B1FE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0969" y="1904017"/>
            <a:ext cx="4188610" cy="2488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540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3E924-2182-5411-8153-43CE964C5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1">
            <a:extLst>
              <a:ext uri="{FF2B5EF4-FFF2-40B4-BE49-F238E27FC236}">
                <a16:creationId xmlns:a16="http://schemas.microsoft.com/office/drawing/2014/main" id="{EABD98D1-3727-F9C5-EA33-1F1710200D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5" y="-1"/>
            <a:ext cx="12191985" cy="4580965"/>
          </a:xfrm>
        </p:spPr>
        <p:txBody>
          <a:bodyPr>
            <a:normAutofit/>
          </a:bodyPr>
          <a:lstStyle/>
          <a:p>
            <a:endParaRPr lang="pt-PT" sz="1600" dirty="0"/>
          </a:p>
          <a:p>
            <a:endParaRPr lang="pt-PT" sz="1600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F9275A6B-3966-51FB-92C6-7494C703B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0744" y="2078645"/>
            <a:ext cx="4810511" cy="743682"/>
          </a:xfrm>
        </p:spPr>
        <p:txBody>
          <a:bodyPr/>
          <a:lstStyle/>
          <a:p>
            <a:r>
              <a:rPr lang="pt-PT" sz="6000" b="1">
                <a:solidFill>
                  <a:schemeClr val="tx1"/>
                </a:solidFill>
              </a:rPr>
              <a:t>Conclusões</a:t>
            </a:r>
            <a:endParaRPr lang="pt-PT" sz="6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5106866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965_TF56160789" id="{81F3A797-2DB1-43D6-A0DF-052D6582437D}" vid="{63A9F976-DBE9-4804-AF5A-308C077DB90B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{99EFF21D-B08C-4635-84B1-48C8B4D419F6}TFf0a5ceae-4542-492d-822e-d65a94fb0e1ea1a5587a_win32-0ee83a781295</Template>
  <TotalTime>0</TotalTime>
  <Words>1523</Words>
  <Application>Microsoft Office PowerPoint</Application>
  <PresentationFormat>Ecrã Panorâmico</PresentationFormat>
  <Paragraphs>150</Paragraphs>
  <Slides>24</Slides>
  <Notes>0</Notes>
  <HiddenSlides>0</HiddenSlides>
  <MMClips>2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24</vt:i4>
      </vt:variant>
    </vt:vector>
  </HeadingPairs>
  <TitlesOfParts>
    <vt:vector size="30" baseType="lpstr">
      <vt:lpstr>Arial</vt:lpstr>
      <vt:lpstr>Bookman Old Style</vt:lpstr>
      <vt:lpstr>Calibri</vt:lpstr>
      <vt:lpstr>Franklin Gothic Book</vt:lpstr>
      <vt:lpstr>Wingdings</vt:lpstr>
      <vt:lpstr>1_RetrospectVTI</vt:lpstr>
      <vt:lpstr>Apresentação do PowerPoint</vt:lpstr>
      <vt:lpstr>Índice </vt:lpstr>
      <vt:lpstr>Introdução</vt:lpstr>
      <vt:lpstr>Estado de arte </vt:lpstr>
      <vt:lpstr>Estado de arte </vt:lpstr>
      <vt:lpstr>Estado de arte </vt:lpstr>
      <vt:lpstr>Apresentação do PowerPoint</vt:lpstr>
      <vt:lpstr>Descrição do mecanismo </vt:lpstr>
      <vt:lpstr>Descrição do mecanismo </vt:lpstr>
      <vt:lpstr>Descrição do mecanismo </vt:lpstr>
      <vt:lpstr>Apresentação do PowerPoint</vt:lpstr>
      <vt:lpstr>Apresentação do PowerPoint</vt:lpstr>
      <vt:lpstr>Caracterização dos materiais e análise dos esforços </vt:lpstr>
      <vt:lpstr>Caracterização dos materiais e análise dos esforços </vt:lpstr>
      <vt:lpstr>Caracterização dos materiais e análise dos esforços </vt:lpstr>
      <vt:lpstr>Caracterização dos materiais e análise dos esforços </vt:lpstr>
      <vt:lpstr>Caracterização dos materiais e análise dos esforços </vt:lpstr>
      <vt:lpstr>Caracterização dos materiais e análise dos esforços </vt:lpstr>
      <vt:lpstr>Modelo CAD do Protótipo</vt:lpstr>
      <vt:lpstr>Modelo CAD do Protótipo</vt:lpstr>
      <vt:lpstr>Análise Cinemática</vt:lpstr>
      <vt:lpstr>Análise Cinemática</vt:lpstr>
      <vt:lpstr>Análise Cinemática</vt:lpstr>
      <vt:lpstr>Conclusões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Rita Margarida Felgueiras de Sousa Cruz</dc:creator>
  <cp:lastModifiedBy>Rita Margarida Felgueiras de Sousa Cruz</cp:lastModifiedBy>
  <cp:revision>1</cp:revision>
  <dcterms:created xsi:type="dcterms:W3CDTF">2025-10-17T18:08:44Z</dcterms:created>
  <dcterms:modified xsi:type="dcterms:W3CDTF">2025-10-20T20:41:15Z</dcterms:modified>
</cp:coreProperties>
</file>